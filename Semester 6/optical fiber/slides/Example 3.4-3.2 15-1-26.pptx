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B4C-5559-475B-830B-093C2DBE253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EFF7F-0A2A-489A-9962-FBDAE4758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414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B4C-5559-475B-830B-093C2DBE253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EFF7F-0A2A-489A-9962-FBDAE4758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44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B4C-5559-475B-830B-093C2DBE253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EFF7F-0A2A-489A-9962-FBDAE4758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63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B4C-5559-475B-830B-093C2DBE253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EFF7F-0A2A-489A-9962-FBDAE4758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986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B4C-5559-475B-830B-093C2DBE253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EFF7F-0A2A-489A-9962-FBDAE4758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760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B4C-5559-475B-830B-093C2DBE253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EFF7F-0A2A-489A-9962-FBDAE4758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0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B4C-5559-475B-830B-093C2DBE253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EFF7F-0A2A-489A-9962-FBDAE4758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363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B4C-5559-475B-830B-093C2DBE253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EFF7F-0A2A-489A-9962-FBDAE4758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309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B4C-5559-475B-830B-093C2DBE253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EFF7F-0A2A-489A-9962-FBDAE4758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027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B4C-5559-475B-830B-093C2DBE253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EFF7F-0A2A-489A-9962-FBDAE4758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024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CB4C-5559-475B-830B-093C2DBE253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EFF7F-0A2A-489A-9962-FBDAE4758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227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A0CB4C-5559-475B-830B-093C2DBE253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EFF7F-0A2A-489A-9962-FBDAE4758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672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61" y="454717"/>
            <a:ext cx="11082391" cy="629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499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61510"/>
            <a:ext cx="10924032" cy="646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461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0449" y="0"/>
            <a:ext cx="8324791" cy="1325563"/>
          </a:xfrm>
        </p:spPr>
        <p:txBody>
          <a:bodyPr/>
          <a:lstStyle/>
          <a:p>
            <a:r>
              <a:rPr lang="en-US" dirty="0" smtClean="0"/>
              <a:t>This equation is commonly used in optical fiber communication to calculate the critical bending radius of an optical fiber.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13" y="278488"/>
            <a:ext cx="2047875" cy="11144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170" y="1531046"/>
            <a:ext cx="6954220" cy="532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414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0449" y="0"/>
            <a:ext cx="8324791" cy="1325563"/>
          </a:xfrm>
        </p:spPr>
        <p:txBody>
          <a:bodyPr/>
          <a:lstStyle/>
          <a:p>
            <a:r>
              <a:rPr lang="en-US" dirty="0" smtClean="0"/>
              <a:t>This equation is commonly used in optical fiber communication to calculate the critical bending radius of an optical fiber.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13" y="278488"/>
            <a:ext cx="2047875" cy="111442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250" y="2000990"/>
            <a:ext cx="4991797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79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0"/>
            <a:ext cx="107807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615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86" y="210927"/>
            <a:ext cx="10430476" cy="650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601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40</Words>
  <Application>Microsoft Office PowerPoint</Application>
  <PresentationFormat>Widescreen</PresentationFormat>
  <Paragraphs>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2</cp:revision>
  <dcterms:created xsi:type="dcterms:W3CDTF">2026-01-15T04:05:21Z</dcterms:created>
  <dcterms:modified xsi:type="dcterms:W3CDTF">2026-01-15T04:11:43Z</dcterms:modified>
</cp:coreProperties>
</file>