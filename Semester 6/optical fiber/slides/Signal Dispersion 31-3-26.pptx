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C69C8-8B53-4FDF-AAB7-FE39925D376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844F4-D5BB-4B6C-9919-0766FCF7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42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C69C8-8B53-4FDF-AAB7-FE39925D376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844F4-D5BB-4B6C-9919-0766FCF7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36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C69C8-8B53-4FDF-AAB7-FE39925D376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844F4-D5BB-4B6C-9919-0766FCF7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23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C69C8-8B53-4FDF-AAB7-FE39925D376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844F4-D5BB-4B6C-9919-0766FCF7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40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C69C8-8B53-4FDF-AAB7-FE39925D376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844F4-D5BB-4B6C-9919-0766FCF7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8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C69C8-8B53-4FDF-AAB7-FE39925D376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844F4-D5BB-4B6C-9919-0766FCF7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4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C69C8-8B53-4FDF-AAB7-FE39925D376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844F4-D5BB-4B6C-9919-0766FCF7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C69C8-8B53-4FDF-AAB7-FE39925D376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844F4-D5BB-4B6C-9919-0766FCF7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0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C69C8-8B53-4FDF-AAB7-FE39925D376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844F4-D5BB-4B6C-9919-0766FCF7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46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C69C8-8B53-4FDF-AAB7-FE39925D376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844F4-D5BB-4B6C-9919-0766FCF7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7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C69C8-8B53-4FDF-AAB7-FE39925D376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844F4-D5BB-4B6C-9919-0766FCF7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36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C69C8-8B53-4FDF-AAB7-FE39925D376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844F4-D5BB-4B6C-9919-0766FCF7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34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Signal Dispersion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66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Concept: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Material Dispersion:</a:t>
            </a:r>
            <a:r>
              <a:rPr lang="en-US" dirty="0" smtClean="0"/>
              <a:t> This occurs because the refractive index of glass varies with the wavelength of light. </a:t>
            </a:r>
          </a:p>
          <a:p>
            <a:pPr lvl="1"/>
            <a:r>
              <a:rPr lang="en-US" dirty="0" smtClean="0"/>
              <a:t>Since an LED light source isn't "pure" (it contains a range of wavelengths/colors), different colors travel at different speeds through the fiber.</a:t>
            </a:r>
          </a:p>
          <a:p>
            <a:r>
              <a:rPr lang="en-US" b="1" dirty="0" smtClean="0"/>
              <a:t>Pulse Broadening:</a:t>
            </a:r>
            <a:r>
              <a:rPr lang="en-US" dirty="0" smtClean="0"/>
              <a:t> As these different speeds cause parts of the light pulse to arrive at different times, the pulse "spreads out" or broadens as it travels.</a:t>
            </a:r>
          </a:p>
          <a:p>
            <a:r>
              <a:rPr lang="en-US" b="1" dirty="0" err="1" smtClean="0"/>
              <a:t>Intersymbol</a:t>
            </a:r>
            <a:r>
              <a:rPr lang="en-US" b="1" dirty="0" smtClean="0"/>
              <a:t> Interference (ISI):</a:t>
            </a:r>
            <a:r>
              <a:rPr lang="en-US" dirty="0" smtClean="0"/>
              <a:t> For CSE students, the practical impact is </a:t>
            </a:r>
            <a:r>
              <a:rPr lang="en-US" b="1" dirty="0" smtClean="0"/>
              <a:t>ISI</a:t>
            </a:r>
            <a:r>
              <a:rPr lang="en-US" dirty="0" smtClean="0"/>
              <a:t>. If a pulse broadens too much, it starts overlapping with the pulse representing the next bit. </a:t>
            </a:r>
          </a:p>
          <a:p>
            <a:pPr lvl="1"/>
            <a:r>
              <a:rPr lang="en-US" dirty="0" smtClean="0"/>
              <a:t>The receiver then cannot distinguish between a "1" and a "0".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6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46" y="365125"/>
            <a:ext cx="11292254" cy="1325563"/>
          </a:xfrm>
        </p:spPr>
        <p:txBody>
          <a:bodyPr/>
          <a:lstStyle/>
          <a:p>
            <a:r>
              <a:rPr lang="en-US" dirty="0" smtClean="0"/>
              <a:t>Exercise: Material Dispersion and Pulse Broadening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7" y="1690688"/>
            <a:ext cx="6759876" cy="20987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365" y="1781659"/>
            <a:ext cx="4810873" cy="439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54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46" y="365125"/>
            <a:ext cx="11292254" cy="1325563"/>
          </a:xfrm>
        </p:spPr>
        <p:txBody>
          <a:bodyPr/>
          <a:lstStyle/>
          <a:p>
            <a:r>
              <a:rPr lang="en-US" dirty="0" smtClean="0"/>
              <a:t>Exercise: Material Dispersion and Pulse Broadening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7" y="1690688"/>
            <a:ext cx="6759876" cy="20987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130" y="1825625"/>
            <a:ext cx="5001323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37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Signal Dispersion</vt:lpstr>
      <vt:lpstr>Concept: </vt:lpstr>
      <vt:lpstr>Exercise: Material Dispersion and Pulse Broadening</vt:lpstr>
      <vt:lpstr>Exercise: Material Dispersion and Pulse Broadening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Dispersion</dc:title>
  <dc:creator>Lenovo</dc:creator>
  <cp:lastModifiedBy>Lenovo</cp:lastModifiedBy>
  <cp:revision>1</cp:revision>
  <dcterms:created xsi:type="dcterms:W3CDTF">2026-03-31T05:35:43Z</dcterms:created>
  <dcterms:modified xsi:type="dcterms:W3CDTF">2026-03-31T05:36:42Z</dcterms:modified>
</cp:coreProperties>
</file>