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6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5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1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2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6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9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2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0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B3303-1E89-4D8A-8863-5C98B02A38B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972EC-7656-4461-AAC2-F27561827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8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Optical Feedback and Laser Oscillation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2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661" y="0"/>
            <a:ext cx="10515600" cy="1325563"/>
          </a:xfrm>
        </p:spPr>
        <p:txBody>
          <a:bodyPr/>
          <a:lstStyle/>
          <a:p>
            <a:r>
              <a:rPr lang="en-US" dirty="0"/>
              <a:t>Mechanism of Optical Feedback: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86" y="1690688"/>
            <a:ext cx="10598136" cy="437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6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Output: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78" y="1969477"/>
            <a:ext cx="9343559" cy="24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0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0"/>
            <a:ext cx="10515600" cy="1325563"/>
          </a:xfrm>
        </p:spPr>
        <p:txBody>
          <a:bodyPr/>
          <a:lstStyle/>
          <a:p>
            <a:r>
              <a:rPr lang="en-US" dirty="0"/>
              <a:t>Fusion Splicing of Optical Fibers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10" y="1213744"/>
            <a:ext cx="9870544" cy="537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5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85" y="51698"/>
            <a:ext cx="10515600" cy="1325563"/>
          </a:xfrm>
        </p:spPr>
        <p:txBody>
          <a:bodyPr>
            <a:noAutofit/>
          </a:bodyPr>
          <a:lstStyle/>
          <a:p>
            <a:r>
              <a:rPr lang="en-US" sz="2400" dirty="0"/>
              <a:t>A four-port multimode fiber FBT coupler has 60 </a:t>
            </a:r>
            <a:r>
              <a:rPr lang="en-US" sz="2400" dirty="0" err="1"/>
              <a:t>μW</a:t>
            </a:r>
            <a:r>
              <a:rPr lang="en-US" sz="2400" dirty="0"/>
              <a:t> optical power launched into port 1. The measured output powers at ports 2, 3 and 4 are 0.004, 26.0 and 27.5 </a:t>
            </a:r>
            <a:r>
              <a:rPr lang="en-US" sz="2400" dirty="0" err="1"/>
              <a:t>μW</a:t>
            </a:r>
            <a:r>
              <a:rPr lang="en-US" sz="2400" dirty="0"/>
              <a:t> respectively. Determine the excess loss, the insertion losses between the input and output ports, the crosstalk and the split ratio for the device.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8" y="1690688"/>
            <a:ext cx="6506483" cy="3305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797" y="1690688"/>
            <a:ext cx="5619080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and Indirect Band Gap Semiconductors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671"/>
            <a:ext cx="10515600" cy="4351338"/>
          </a:xfrm>
        </p:spPr>
        <p:txBody>
          <a:bodyPr/>
          <a:lstStyle/>
          <a:p>
            <a:r>
              <a:rPr lang="en-US" dirty="0"/>
              <a:t>These terms describe how electrons move within a material to release energy (light)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71" y="2146832"/>
            <a:ext cx="8760544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33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100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Optical Feedback and Laser Oscillation</vt:lpstr>
      <vt:lpstr>Mechanism of Optical Feedback:</vt:lpstr>
      <vt:lpstr>Spectral Output:</vt:lpstr>
      <vt:lpstr>Fusion Splicing of Optical Fibers</vt:lpstr>
      <vt:lpstr>A four-port multimode fiber FBT coupler has 60 μW optical power launched into port 1. The measured output powers at ports 2, 3 and 4 are 0.004, 26.0 and 27.5 μW respectively. Determine the excess loss, the insertion losses between the input and output ports, the crosstalk and the split ratio for the device.</vt:lpstr>
      <vt:lpstr>Direct and Indirect Band Gap Semiconductors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Feedback and Laser Oscillation</dc:title>
  <dc:creator>Lenovo</dc:creator>
  <cp:lastModifiedBy>Lenovo</cp:lastModifiedBy>
  <cp:revision>3</cp:revision>
  <dcterms:created xsi:type="dcterms:W3CDTF">2026-04-09T04:45:16Z</dcterms:created>
  <dcterms:modified xsi:type="dcterms:W3CDTF">2026-04-09T05:10:57Z</dcterms:modified>
</cp:coreProperties>
</file>