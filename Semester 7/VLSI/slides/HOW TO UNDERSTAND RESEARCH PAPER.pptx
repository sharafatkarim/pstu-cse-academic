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D5B1-F396-6F11-0FD0-A6F8BAC19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29CA7-F00A-36DF-87AF-6747A60A8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C76EC-1594-85F6-42A8-0D1246B6A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947F8-978E-AC63-3128-A1CB92AF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F5DB2-0F9B-D244-3C14-A01928E2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60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09961-32D5-F141-717D-912D78D02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FD619-5B78-6AA0-C93C-2FE889A32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3DA61-828E-7082-171F-D7FEE686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42393-760D-F6C3-4FAD-3D3E47E5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13A03-B4FF-61BE-6180-BBF92113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7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27FA-1043-0D96-78BF-148BBBE8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BB3D9-EF07-B255-BFC5-2A2DB0FD8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10908-5BBB-046B-1EBD-8CE5F598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2AC6D-1957-0165-BAF1-9308DCC6E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C4303-EA32-4C37-0652-01F564BD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03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19778-4B1B-809A-8295-CA59AB8B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CC916-D3F0-7A6A-97C1-2F02E9A1C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6CA2E-CDA9-B861-CC60-E45D385C1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41B6A-A41F-2E7E-CF12-B25E3A2A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2FF63-5310-A207-86DF-4FB0BE67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2F0AA-0384-1609-6EF7-485AE723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3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5D9A-B624-AF1B-D72D-9EB74FC0D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3F081-5F2D-541E-F7A8-9626B378B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43899A-576A-FB2C-8146-3C6D96443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FEF9E-5956-999B-1763-EF1D45FBB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FF0569-5C2A-A408-7B2E-F7E0D05049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EC1D5F-B220-FDA0-58AC-D5B12E03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DE5D79-C760-1FA0-C1D5-A7CDB2A4A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B3598-8A04-ACE0-148B-7FB87B99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2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39D0-C283-2AF2-016B-7B2B50C5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0197F-8BC6-99ED-DD4D-3E8912F44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B36FB-B502-3F71-7E45-B68601E7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B322D-D47D-5B1F-ACA8-B3B5FD6D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0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0283C-448E-EAD3-C66E-180D5CB70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76AA54-A256-ED10-9850-1C9743EA5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BDA18-38A5-7FA6-01A7-EC43BD478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9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59AC-272E-0BCE-C5C4-E7437555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9D9B1-77A8-B74E-418F-2DFED1912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8C4D4-D348-C56E-3F21-58EC44ACD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110A4-FDA7-389B-EADA-DE41F4143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71A36-6CC6-F28C-ABC6-14F41F674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893-E24D-31C3-2547-E17B3BB4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46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E23C-9F0B-C805-E191-EB61F2F2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368DB-CB1F-536D-441C-08A2203E69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EC542-CA68-8BC2-9A7C-E4F119F5E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7CAEE-B354-D4E9-C27A-51D4D7444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1E668-EA88-1C22-2155-A566E7BD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3CF70-BAE5-FF24-DCC3-A71046D4E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99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D28A-0E3A-1AEC-C7BD-DCE0DB71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C0A0-7C10-CC27-66C0-844705DFC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5E5A8-BCEE-D9B5-4D5A-FA5B1178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153B9-DDFF-ACC9-279E-D21BE9BE8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67AA4-B0E9-6AFD-61D2-B28F8B1CA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9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A00DF-D8D2-B73D-7243-CFCDEDCBD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F486B-1EAF-3603-8C31-10C1D28DF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56D1B-CECE-6CA0-EDBC-31CC6CF2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64994-88EE-57DD-9627-A2F12AA7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99C1D-BF06-0367-DD1B-7C785C39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912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5C71B-D9E8-F9DE-5B23-65CD5F98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4946C-82F6-F241-418F-6937D78C8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F76FB-746F-D6AD-703C-7A8F3E0BF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1FA08-F384-4671-8C14-A5C92DEB844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9512C-3D8B-668A-DD37-B4CFC9612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5D62B-A7D7-592E-97F0-C8F76F881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C3300-D886-4F08-97F1-F1D5DBFA1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4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B384-2B80-4B1C-5E97-645327437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UNDERSTAND RESEARCH PAPER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0C77C-895A-B82F-EFFB-ABFC47E377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4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0BDA-5628-3359-719D-5483E7D2B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শিরোনাম</a:t>
            </a:r>
            <a:r>
              <a:rPr lang="en-US" dirty="0"/>
              <a:t> (Title)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35E4-4D50-A8EF-674C-F41230431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– </a:t>
            </a:r>
            <a:r>
              <a:rPr lang="en-US" dirty="0" err="1"/>
              <a:t>পেপারটি</a:t>
            </a:r>
            <a:r>
              <a:rPr lang="en-US" dirty="0"/>
              <a:t> </a:t>
            </a:r>
            <a:r>
              <a:rPr lang="en-US" dirty="0" err="1"/>
              <a:t>কী</a:t>
            </a:r>
            <a:r>
              <a:rPr lang="en-US" dirty="0"/>
              <a:t> </a:t>
            </a:r>
            <a:r>
              <a:rPr lang="en-US" dirty="0" err="1"/>
              <a:t>বিষয়</a:t>
            </a:r>
            <a:r>
              <a:rPr lang="en-US" dirty="0"/>
              <a:t> </a:t>
            </a:r>
            <a:r>
              <a:rPr lang="en-US" dirty="0" err="1"/>
              <a:t>নিয়ে</a:t>
            </a:r>
            <a:endParaRPr lang="en-US" dirty="0"/>
          </a:p>
          <a:p>
            <a:r>
              <a:rPr lang="en-US" b="1" dirty="0" err="1"/>
              <a:t>পেপারের</a:t>
            </a:r>
            <a:r>
              <a:rPr lang="en-US" b="1" dirty="0"/>
              <a:t> </a:t>
            </a:r>
            <a:r>
              <a:rPr lang="en-US" b="1" dirty="0" err="1"/>
              <a:t>বিষয়</a:t>
            </a:r>
            <a:r>
              <a:rPr lang="en-US" b="1" dirty="0"/>
              <a:t> (Title)</a:t>
            </a:r>
            <a:r>
              <a:rPr lang="en-US" dirty="0"/>
              <a:t> – ১–২ </a:t>
            </a:r>
            <a:r>
              <a:rPr lang="en-US" dirty="0" err="1"/>
              <a:t>লাইনে</a:t>
            </a:r>
            <a:r>
              <a:rPr lang="en-US" dirty="0"/>
              <a:t>।</a:t>
            </a:r>
          </a:p>
        </p:txBody>
      </p:sp>
    </p:spTree>
    <p:extLst>
      <p:ext uri="{BB962C8B-B14F-4D97-AF65-F5344CB8AC3E}">
        <p14:creationId xmlns:p14="http://schemas.microsoft.com/office/powerpoint/2010/main" val="372685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47155-B951-4230-8FF0-1F93B68F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সারসংক্ষেপ</a:t>
            </a:r>
            <a:r>
              <a:rPr lang="en-US" dirty="0"/>
              <a:t> (Abstract)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F257-088E-D5A2-183F-6A35690BE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এখানে</a:t>
            </a:r>
            <a:r>
              <a:rPr lang="en-US" dirty="0"/>
              <a:t> </a:t>
            </a:r>
            <a:r>
              <a:rPr lang="en-US" dirty="0" err="1"/>
              <a:t>সাধারণত</a:t>
            </a:r>
            <a:r>
              <a:rPr lang="en-US" dirty="0"/>
              <a:t> </a:t>
            </a:r>
            <a:r>
              <a:rPr lang="en-US" dirty="0" err="1"/>
              <a:t>বলা</a:t>
            </a:r>
            <a:r>
              <a:rPr lang="en-US" dirty="0"/>
              <a:t> </a:t>
            </a:r>
            <a:r>
              <a:rPr lang="en-US" dirty="0" err="1"/>
              <a:t>থাকে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সমস্যা</a:t>
            </a:r>
            <a:r>
              <a:rPr lang="en-US" dirty="0"/>
              <a:t> </a:t>
            </a:r>
            <a:r>
              <a:rPr lang="en-US" dirty="0" err="1"/>
              <a:t>কী</a:t>
            </a:r>
            <a:r>
              <a:rPr lang="en-US" dirty="0"/>
              <a:t>? </a:t>
            </a:r>
          </a:p>
          <a:p>
            <a:pPr lvl="1"/>
            <a:r>
              <a:rPr lang="en-US" dirty="0" err="1"/>
              <a:t>কী</a:t>
            </a:r>
            <a:r>
              <a:rPr lang="en-US" dirty="0"/>
              <a:t> </a:t>
            </a:r>
            <a:r>
              <a:rPr lang="en-US" dirty="0" err="1"/>
              <a:t>পদ্ধতি</a:t>
            </a:r>
            <a:r>
              <a:rPr lang="en-US" dirty="0"/>
              <a:t> </a:t>
            </a:r>
            <a:r>
              <a:rPr lang="en-US" dirty="0" err="1"/>
              <a:t>ব্যবহার</a:t>
            </a:r>
            <a:r>
              <a:rPr lang="en-US" dirty="0"/>
              <a:t> </a:t>
            </a:r>
            <a:r>
              <a:rPr lang="en-US" dirty="0" err="1"/>
              <a:t>করা</a:t>
            </a:r>
            <a:r>
              <a:rPr lang="en-US" dirty="0"/>
              <a:t> </a:t>
            </a:r>
            <a:r>
              <a:rPr lang="en-US" dirty="0" err="1"/>
              <a:t>হয়েছে</a:t>
            </a:r>
            <a:r>
              <a:rPr lang="en-US" dirty="0"/>
              <a:t>? </a:t>
            </a:r>
          </a:p>
          <a:p>
            <a:pPr lvl="1"/>
            <a:r>
              <a:rPr lang="en-US" dirty="0" err="1"/>
              <a:t>কী</a:t>
            </a:r>
            <a:r>
              <a:rPr lang="en-US" dirty="0"/>
              <a:t> </a:t>
            </a:r>
            <a:r>
              <a:rPr lang="en-US" dirty="0" err="1"/>
              <a:t>ফলাফল</a:t>
            </a:r>
            <a:r>
              <a:rPr lang="en-US" dirty="0"/>
              <a:t> </a:t>
            </a:r>
            <a:r>
              <a:rPr lang="en-US" dirty="0" err="1"/>
              <a:t>পাওয়া</a:t>
            </a:r>
            <a:r>
              <a:rPr lang="en-US" dirty="0"/>
              <a:t> </a:t>
            </a:r>
            <a:r>
              <a:rPr lang="en-US" dirty="0" err="1"/>
              <a:t>গেছে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288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E792-0D2C-7666-41AF-E6112056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ভূমিকা</a:t>
            </a:r>
            <a:r>
              <a:rPr lang="en-US" b="1" dirty="0"/>
              <a:t> (Introduction)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A6D3E-59EB-CB70-91EF-863E69BEA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– </a:t>
            </a:r>
            <a:r>
              <a:rPr lang="en-US" dirty="0" err="1"/>
              <a:t>কেন</a:t>
            </a:r>
            <a:r>
              <a:rPr lang="en-US" dirty="0"/>
              <a:t> </a:t>
            </a:r>
            <a:r>
              <a:rPr lang="en-US" dirty="0" err="1"/>
              <a:t>এই</a:t>
            </a:r>
            <a:r>
              <a:rPr lang="en-US" dirty="0"/>
              <a:t> </a:t>
            </a:r>
            <a:r>
              <a:rPr lang="en-US" dirty="0" err="1"/>
              <a:t>গবেষণা</a:t>
            </a:r>
            <a:r>
              <a:rPr lang="en-US" dirty="0"/>
              <a:t> </a:t>
            </a:r>
            <a:r>
              <a:rPr lang="en-US" dirty="0" err="1"/>
              <a:t>করা</a:t>
            </a:r>
            <a:r>
              <a:rPr lang="en-US" dirty="0"/>
              <a:t> </a:t>
            </a:r>
            <a:r>
              <a:rPr lang="en-US" dirty="0" err="1"/>
              <a:t>হয়েছে</a:t>
            </a:r>
            <a:r>
              <a:rPr lang="en-US" dirty="0"/>
              <a:t> </a:t>
            </a:r>
            <a:r>
              <a:rPr lang="en-US" dirty="0" err="1"/>
              <a:t>এবং</a:t>
            </a:r>
            <a:r>
              <a:rPr lang="en-US" dirty="0"/>
              <a:t> </a:t>
            </a:r>
            <a:r>
              <a:rPr lang="en-US" dirty="0" err="1"/>
              <a:t>আগের</a:t>
            </a:r>
            <a:r>
              <a:rPr lang="en-US" dirty="0"/>
              <a:t> </a:t>
            </a:r>
            <a:r>
              <a:rPr lang="en-US" dirty="0" err="1"/>
              <a:t>কাজের</a:t>
            </a:r>
            <a:r>
              <a:rPr lang="en-US" dirty="0"/>
              <a:t> </a:t>
            </a:r>
            <a:r>
              <a:rPr lang="en-US" dirty="0" err="1"/>
              <a:t>সীমাবদ্ধতা</a:t>
            </a:r>
            <a:r>
              <a:rPr lang="en-US" dirty="0"/>
              <a:t> </a:t>
            </a:r>
            <a:r>
              <a:rPr lang="en-US" dirty="0" err="1"/>
              <a:t>কী</a:t>
            </a:r>
            <a:r>
              <a:rPr lang="en-US" dirty="0"/>
              <a:t>, </a:t>
            </a:r>
            <a:r>
              <a:rPr lang="en-US" dirty="0" err="1"/>
              <a:t>তা</a:t>
            </a:r>
            <a:r>
              <a:rPr lang="en-US" dirty="0"/>
              <a:t> </a:t>
            </a:r>
            <a:r>
              <a:rPr lang="en-US" dirty="0" err="1"/>
              <a:t>বুঝ</a:t>
            </a:r>
            <a:r>
              <a:rPr lang="en-US" dirty="0"/>
              <a:t>।</a:t>
            </a:r>
          </a:p>
        </p:txBody>
      </p:sp>
    </p:spTree>
    <p:extLst>
      <p:ext uri="{BB962C8B-B14F-4D97-AF65-F5344CB8AC3E}">
        <p14:creationId xmlns:p14="http://schemas.microsoft.com/office/powerpoint/2010/main" val="1438023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5480-21AD-EAC7-19C8-7D69DA2F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চিত্র</a:t>
            </a:r>
            <a:r>
              <a:rPr lang="en-US" b="1" dirty="0"/>
              <a:t> ও </a:t>
            </a:r>
            <a:r>
              <a:rPr lang="en-US" b="1" dirty="0" err="1"/>
              <a:t>টেবিল</a:t>
            </a:r>
            <a:r>
              <a:rPr lang="en-US" b="1" dirty="0"/>
              <a:t> (Figures &amp; Tables)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A5505-C8C8-85D8-58E4-54EEEB0FA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– </a:t>
            </a:r>
            <a:r>
              <a:rPr lang="en-US" dirty="0" err="1"/>
              <a:t>অনেক</a:t>
            </a:r>
            <a:r>
              <a:rPr lang="en-US" dirty="0"/>
              <a:t> </a:t>
            </a:r>
            <a:r>
              <a:rPr lang="en-US" dirty="0" err="1"/>
              <a:t>সময়</a:t>
            </a:r>
            <a:r>
              <a:rPr lang="en-US" dirty="0"/>
              <a:t> </a:t>
            </a:r>
            <a:r>
              <a:rPr lang="en-US" dirty="0" err="1"/>
              <a:t>শুধু</a:t>
            </a:r>
            <a:r>
              <a:rPr lang="en-US" dirty="0"/>
              <a:t> </a:t>
            </a:r>
            <a:r>
              <a:rPr lang="en-US" dirty="0" err="1"/>
              <a:t>ছবিগুলো</a:t>
            </a:r>
            <a:r>
              <a:rPr lang="en-US" dirty="0"/>
              <a:t> </a:t>
            </a:r>
            <a:r>
              <a:rPr lang="en-US" dirty="0" err="1"/>
              <a:t>দেখলেই</a:t>
            </a:r>
            <a:r>
              <a:rPr lang="en-US" dirty="0"/>
              <a:t> </a:t>
            </a:r>
            <a:r>
              <a:rPr lang="en-US" dirty="0" err="1"/>
              <a:t>গবেষণার</a:t>
            </a:r>
            <a:r>
              <a:rPr lang="en-US" dirty="0"/>
              <a:t> </a:t>
            </a:r>
            <a:r>
              <a:rPr lang="en-US" dirty="0" err="1"/>
              <a:t>মূল</a:t>
            </a:r>
            <a:r>
              <a:rPr lang="en-US" dirty="0"/>
              <a:t> </a:t>
            </a:r>
            <a:r>
              <a:rPr lang="en-US" dirty="0" err="1"/>
              <a:t>ধারণা</a:t>
            </a:r>
            <a:r>
              <a:rPr lang="en-US" dirty="0"/>
              <a:t> </a:t>
            </a:r>
            <a:r>
              <a:rPr lang="en-US" dirty="0" err="1"/>
              <a:t>বোঝা</a:t>
            </a:r>
            <a:r>
              <a:rPr lang="en-US" dirty="0"/>
              <a:t> </a:t>
            </a:r>
            <a:r>
              <a:rPr lang="en-US" dirty="0" err="1"/>
              <a:t>যায়</a:t>
            </a:r>
            <a:r>
              <a:rPr lang="en-US" dirty="0"/>
              <a:t>।</a:t>
            </a:r>
          </a:p>
        </p:txBody>
      </p:sp>
    </p:spTree>
    <p:extLst>
      <p:ext uri="{BB962C8B-B14F-4D97-AF65-F5344CB8AC3E}">
        <p14:creationId xmlns:p14="http://schemas.microsoft.com/office/powerpoint/2010/main" val="293954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F038-EAF7-35DA-4348-E8035C15C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উপসংহার</a:t>
            </a:r>
            <a:r>
              <a:rPr lang="en-US" b="1" dirty="0"/>
              <a:t> (Conclusion)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F3EB-5A4F-3D21-5584-0B9010D71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– </a:t>
            </a:r>
            <a:r>
              <a:rPr lang="en-US" dirty="0" err="1"/>
              <a:t>লেখক</a:t>
            </a:r>
            <a:r>
              <a:rPr lang="en-US" dirty="0"/>
              <a:t> </a:t>
            </a:r>
            <a:r>
              <a:rPr lang="en-US" dirty="0" err="1"/>
              <a:t>শেষ</a:t>
            </a:r>
            <a:r>
              <a:rPr lang="en-US" dirty="0"/>
              <a:t> </a:t>
            </a:r>
            <a:r>
              <a:rPr lang="en-US" dirty="0" err="1"/>
              <a:t>পর্যন্ত</a:t>
            </a:r>
            <a:r>
              <a:rPr lang="en-US" dirty="0"/>
              <a:t> </a:t>
            </a:r>
            <a:r>
              <a:rPr lang="en-US" dirty="0" err="1"/>
              <a:t>কী</a:t>
            </a:r>
            <a:r>
              <a:rPr lang="en-US" dirty="0"/>
              <a:t> </a:t>
            </a:r>
            <a:r>
              <a:rPr lang="en-US" dirty="0" err="1"/>
              <a:t>প্রমাণ</a:t>
            </a:r>
            <a:r>
              <a:rPr lang="en-US" dirty="0"/>
              <a:t> </a:t>
            </a:r>
            <a:r>
              <a:rPr lang="en-US" dirty="0" err="1"/>
              <a:t>করেছেন</a:t>
            </a:r>
            <a:r>
              <a:rPr lang="en-US" dirty="0"/>
              <a:t> </a:t>
            </a:r>
            <a:r>
              <a:rPr lang="en-US" dirty="0" err="1"/>
              <a:t>এবং</a:t>
            </a:r>
            <a:r>
              <a:rPr lang="en-US" dirty="0"/>
              <a:t> </a:t>
            </a:r>
            <a:r>
              <a:rPr lang="en-US" dirty="0" err="1"/>
              <a:t>ভবিষ্যতে</a:t>
            </a:r>
            <a:r>
              <a:rPr lang="en-US" dirty="0"/>
              <a:t> </a:t>
            </a:r>
            <a:r>
              <a:rPr lang="en-US" dirty="0" err="1"/>
              <a:t>কী</a:t>
            </a:r>
            <a:r>
              <a:rPr lang="en-US" dirty="0"/>
              <a:t> </a:t>
            </a:r>
            <a:r>
              <a:rPr lang="en-US" dirty="0" err="1"/>
              <a:t>করা</a:t>
            </a:r>
            <a:r>
              <a:rPr lang="en-US" dirty="0"/>
              <a:t> </a:t>
            </a:r>
            <a:r>
              <a:rPr lang="en-US" dirty="0" err="1"/>
              <a:t>যেতে</a:t>
            </a:r>
            <a:r>
              <a:rPr lang="en-US" dirty="0"/>
              <a:t> </a:t>
            </a:r>
            <a:r>
              <a:rPr lang="en-US" dirty="0" err="1"/>
              <a:t>পারে</a:t>
            </a:r>
            <a:r>
              <a:rPr lang="en-US" dirty="0"/>
              <a:t>, </a:t>
            </a:r>
            <a:r>
              <a:rPr lang="en-US" dirty="0" err="1"/>
              <a:t>তা</a:t>
            </a:r>
            <a:r>
              <a:rPr lang="en-US" dirty="0"/>
              <a:t> </a:t>
            </a:r>
            <a:r>
              <a:rPr lang="en-US" dirty="0" err="1"/>
              <a:t>দেখ</a:t>
            </a:r>
            <a:r>
              <a:rPr lang="en-US" dirty="0"/>
              <a:t>।</a:t>
            </a:r>
          </a:p>
          <a:p>
            <a:r>
              <a:rPr lang="en-US" dirty="0"/>
              <a:t>।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58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626BB-8D2C-2F4C-ECE7-0FAEB43E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পদ্ধতি</a:t>
            </a:r>
            <a:r>
              <a:rPr lang="en-US" b="1" dirty="0"/>
              <a:t> (Methodology)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78146-B37E-4DDF-381F-AB6F559B6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– </a:t>
            </a:r>
            <a:r>
              <a:rPr lang="en-US" dirty="0" err="1"/>
              <a:t>সবশেষে</a:t>
            </a:r>
            <a:r>
              <a:rPr lang="en-US" dirty="0"/>
              <a:t> </a:t>
            </a:r>
            <a:r>
              <a:rPr lang="en-US" dirty="0" err="1"/>
              <a:t>এটি</a:t>
            </a:r>
            <a:r>
              <a:rPr lang="en-US" dirty="0"/>
              <a:t> </a:t>
            </a:r>
            <a:r>
              <a:rPr lang="en-US" dirty="0" err="1"/>
              <a:t>পড়</a:t>
            </a:r>
            <a:r>
              <a:rPr lang="en-US" dirty="0"/>
              <a:t>। </a:t>
            </a:r>
            <a:r>
              <a:rPr lang="en-US" dirty="0" err="1"/>
              <a:t>শুরুতেই</a:t>
            </a:r>
            <a:r>
              <a:rPr lang="en-US" dirty="0"/>
              <a:t> </a:t>
            </a:r>
            <a:r>
              <a:rPr lang="en-US" dirty="0" err="1"/>
              <a:t>এটি</a:t>
            </a:r>
            <a:r>
              <a:rPr lang="en-US" dirty="0"/>
              <a:t> </a:t>
            </a:r>
            <a:r>
              <a:rPr lang="en-US" dirty="0" err="1"/>
              <a:t>পড়লে</a:t>
            </a:r>
            <a:r>
              <a:rPr lang="en-US" dirty="0"/>
              <a:t> </a:t>
            </a:r>
            <a:r>
              <a:rPr lang="en-US" dirty="0" err="1"/>
              <a:t>কঠিন</a:t>
            </a:r>
            <a:r>
              <a:rPr lang="en-US" dirty="0"/>
              <a:t> </a:t>
            </a:r>
            <a:r>
              <a:rPr lang="en-US" dirty="0" err="1"/>
              <a:t>লাগতে</a:t>
            </a:r>
            <a:r>
              <a:rPr lang="en-US" dirty="0"/>
              <a:t> </a:t>
            </a:r>
            <a:r>
              <a:rPr lang="en-US" dirty="0" err="1"/>
              <a:t>পারে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17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2FC03-E64F-D2D1-8EBE-56E7A021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সহজে</a:t>
            </a:r>
            <a:r>
              <a:rPr lang="en-US" dirty="0"/>
              <a:t> </a:t>
            </a:r>
            <a:r>
              <a:rPr lang="en-US" dirty="0" err="1"/>
              <a:t>বোঝার</a:t>
            </a:r>
            <a:r>
              <a:rPr lang="en-US" dirty="0"/>
              <a:t> </a:t>
            </a:r>
            <a:r>
              <a:rPr lang="en-US" dirty="0" err="1"/>
              <a:t>একটি</a:t>
            </a:r>
            <a:r>
              <a:rPr lang="en-US" dirty="0"/>
              <a:t> </a:t>
            </a:r>
            <a:r>
              <a:rPr lang="en-US" dirty="0" err="1"/>
              <a:t>সূত্র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2940E-469D-C31F-3F03-74057633F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Title → Abstract → Introduction → Figures/Tables → Conclusion → Methodology</a:t>
            </a:r>
          </a:p>
        </p:txBody>
      </p:sp>
    </p:spTree>
    <p:extLst>
      <p:ext uri="{BB962C8B-B14F-4D97-AF65-F5344CB8AC3E}">
        <p14:creationId xmlns:p14="http://schemas.microsoft.com/office/powerpoint/2010/main" val="1533106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EEE6-5FBF-4F33-C005-E6BA12E9E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পড়ার</a:t>
            </a:r>
            <a:r>
              <a:rPr lang="en-US" b="1" dirty="0"/>
              <a:t> </a:t>
            </a:r>
            <a:r>
              <a:rPr lang="en-US" b="1" dirty="0" err="1"/>
              <a:t>সময়</a:t>
            </a:r>
            <a:r>
              <a:rPr lang="en-US" b="1" dirty="0"/>
              <a:t> </a:t>
            </a:r>
            <a:r>
              <a:rPr lang="en-US" b="1" dirty="0" err="1"/>
              <a:t>নিজেকে</a:t>
            </a:r>
            <a:r>
              <a:rPr lang="en-US" b="1" dirty="0"/>
              <a:t> ৫টি </a:t>
            </a:r>
            <a:r>
              <a:rPr lang="en-US" b="1" dirty="0" err="1"/>
              <a:t>প্রশ্ন</a:t>
            </a:r>
            <a:r>
              <a:rPr lang="en-US" b="1" dirty="0"/>
              <a:t> </a:t>
            </a:r>
            <a:r>
              <a:rPr lang="en-US" b="1" dirty="0" err="1"/>
              <a:t>কর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FA4B-C0B3-4411-5349-1F058E118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err="1"/>
              <a:t>গবেষণার</a:t>
            </a:r>
            <a:r>
              <a:rPr lang="en-US" sz="3600" dirty="0"/>
              <a:t> </a:t>
            </a:r>
            <a:r>
              <a:rPr lang="en-US" sz="3600" dirty="0" err="1"/>
              <a:t>সমস্যা</a:t>
            </a:r>
            <a:r>
              <a:rPr lang="en-US" sz="3600" dirty="0"/>
              <a:t> (Problem) </a:t>
            </a:r>
            <a:r>
              <a:rPr lang="en-US" sz="3600" dirty="0" err="1"/>
              <a:t>কী</a:t>
            </a:r>
            <a:r>
              <a:rPr lang="en-US" sz="3600" dirty="0"/>
              <a:t>? </a:t>
            </a:r>
          </a:p>
          <a:p>
            <a:r>
              <a:rPr lang="en-US" sz="3600" dirty="0" err="1"/>
              <a:t>কেন</a:t>
            </a:r>
            <a:r>
              <a:rPr lang="en-US" sz="3600" dirty="0"/>
              <a:t> </a:t>
            </a:r>
            <a:r>
              <a:rPr lang="en-US" sz="3600" dirty="0" err="1"/>
              <a:t>এটি</a:t>
            </a:r>
            <a:r>
              <a:rPr lang="en-US" sz="3600" dirty="0"/>
              <a:t> </a:t>
            </a:r>
            <a:r>
              <a:rPr lang="en-US" sz="3600" dirty="0" err="1"/>
              <a:t>গুরুত্বপূর্ণ</a:t>
            </a:r>
            <a:r>
              <a:rPr lang="en-US" sz="3600" dirty="0"/>
              <a:t>? </a:t>
            </a:r>
          </a:p>
          <a:p>
            <a:r>
              <a:rPr lang="en-US" sz="3600" dirty="0" err="1"/>
              <a:t>কী</a:t>
            </a:r>
            <a:r>
              <a:rPr lang="en-US" sz="3600" dirty="0"/>
              <a:t> </a:t>
            </a:r>
            <a:r>
              <a:rPr lang="en-US" sz="3600" dirty="0" err="1"/>
              <a:t>সমাধান</a:t>
            </a:r>
            <a:r>
              <a:rPr lang="en-US" sz="3600" dirty="0"/>
              <a:t> (Method) </a:t>
            </a:r>
            <a:r>
              <a:rPr lang="en-US" sz="3600" dirty="0" err="1"/>
              <a:t>দিয়েছে</a:t>
            </a:r>
            <a:r>
              <a:rPr lang="en-US" sz="3600" dirty="0"/>
              <a:t>? </a:t>
            </a:r>
          </a:p>
          <a:p>
            <a:r>
              <a:rPr lang="en-US" sz="3600" dirty="0" err="1"/>
              <a:t>কী</a:t>
            </a:r>
            <a:r>
              <a:rPr lang="en-US" sz="3600" dirty="0"/>
              <a:t> </a:t>
            </a:r>
            <a:r>
              <a:rPr lang="en-US" sz="3600" dirty="0" err="1"/>
              <a:t>ফলাফল</a:t>
            </a:r>
            <a:r>
              <a:rPr lang="en-US" sz="3600" dirty="0"/>
              <a:t> (Result) </a:t>
            </a:r>
            <a:r>
              <a:rPr lang="en-US" sz="3600" dirty="0" err="1"/>
              <a:t>পেয়েছে</a:t>
            </a:r>
            <a:r>
              <a:rPr lang="en-US" sz="3600" dirty="0"/>
              <a:t>? </a:t>
            </a:r>
          </a:p>
          <a:p>
            <a:r>
              <a:rPr lang="en-US" sz="3600" dirty="0" err="1"/>
              <a:t>আগের</a:t>
            </a:r>
            <a:r>
              <a:rPr lang="en-US" sz="3600" dirty="0"/>
              <a:t> </a:t>
            </a:r>
            <a:r>
              <a:rPr lang="en-US" sz="3600" dirty="0" err="1"/>
              <a:t>কাজের</a:t>
            </a:r>
            <a:r>
              <a:rPr lang="en-US" sz="3600" dirty="0"/>
              <a:t> </a:t>
            </a:r>
            <a:r>
              <a:rPr lang="en-US" sz="3600" dirty="0" err="1"/>
              <a:t>তুলনায়</a:t>
            </a:r>
            <a:r>
              <a:rPr lang="en-US" sz="3600" dirty="0"/>
              <a:t> </a:t>
            </a:r>
            <a:r>
              <a:rPr lang="en-US" sz="3600" dirty="0" err="1"/>
              <a:t>নতুনত্ব</a:t>
            </a:r>
            <a:r>
              <a:rPr lang="en-US" sz="3600" dirty="0"/>
              <a:t> (Contribution) </a:t>
            </a:r>
            <a:r>
              <a:rPr lang="en-US" sz="3600" dirty="0" err="1"/>
              <a:t>কী</a:t>
            </a:r>
            <a:r>
              <a:rPr lang="en-US" sz="3600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48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184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HOW TO UNDERSTAND RESEARCH PAPER</vt:lpstr>
      <vt:lpstr>শিরোনাম (Title)</vt:lpstr>
      <vt:lpstr>সারসংক্ষেপ (Abstract)</vt:lpstr>
      <vt:lpstr>ভূমিকা (Introduction)</vt:lpstr>
      <vt:lpstr>চিত্র ও টেবিল (Figures &amp; Tables) </vt:lpstr>
      <vt:lpstr>উপসংহার (Conclusion) </vt:lpstr>
      <vt:lpstr>পদ্ধতি (Methodology)</vt:lpstr>
      <vt:lpstr>সহজে বোঝার একটি সূত্র</vt:lpstr>
      <vt:lpstr>পড়ার সময় নিজেকে ৫টি প্রশ্ন কর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cce sen</dc:creator>
  <cp:lastModifiedBy>cce sen</cp:lastModifiedBy>
  <cp:revision>3</cp:revision>
  <dcterms:created xsi:type="dcterms:W3CDTF">2026-07-15T03:45:19Z</dcterms:created>
  <dcterms:modified xsi:type="dcterms:W3CDTF">2026-07-15T04:19:04Z</dcterms:modified>
</cp:coreProperties>
</file>