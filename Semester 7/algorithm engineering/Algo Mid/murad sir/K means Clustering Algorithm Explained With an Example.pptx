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61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3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8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4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4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1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2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1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35DA8-B7CA-4C53-9105-91D1C2AF5D9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43C9B-0176-4BDF-AC43-CF4A3890E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7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gnal_processing" TargetMode="External"/><Relationship Id="rId7" Type="http://schemas.openxmlformats.org/officeDocument/2006/relationships/hyperlink" Target="https://en.wikipedia.org/wiki/Centroid" TargetMode="External"/><Relationship Id="rId2" Type="http://schemas.openxmlformats.org/officeDocument/2006/relationships/hyperlink" Target="https://en.wikipedia.org/wiki/Vector_quantiz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ean" TargetMode="External"/><Relationship Id="rId5" Type="http://schemas.openxmlformats.org/officeDocument/2006/relationships/hyperlink" Target="https://en.wikipedia.org/wiki/Cluster_(statistics)" TargetMode="External"/><Relationship Id="rId4" Type="http://schemas.openxmlformats.org/officeDocument/2006/relationships/hyperlink" Target="https://en.wikipedia.org/wiki/Partition_of_a_set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 means Clustering Algorithm </a:t>
            </a:r>
            <a:r>
              <a:rPr lang="en-US" b="1" dirty="0"/>
              <a:t>Explained With an Example Easiest And Quickest Way Ever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1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45939" y="2703421"/>
            <a:ext cx="784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F0F0F"/>
                </a:solidFill>
                <a:latin typeface="Roboto"/>
              </a:rPr>
              <a:t>7.21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2619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https://www.youtube.com/watch?v=CLKW6uWJtTc</a:t>
            </a:r>
          </a:p>
        </p:txBody>
      </p:sp>
    </p:spTree>
    <p:extLst>
      <p:ext uri="{BB962C8B-B14F-4D97-AF65-F5344CB8AC3E}">
        <p14:creationId xmlns:p14="http://schemas.microsoft.com/office/powerpoint/2010/main" val="321498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k</a:t>
            </a:r>
            <a:r>
              <a:rPr lang="en-US" b="1" dirty="0"/>
              <a:t>-means clustering</a:t>
            </a:r>
            <a:r>
              <a:rPr lang="en-US" dirty="0"/>
              <a:t> is a method of </a:t>
            </a:r>
            <a:r>
              <a:rPr lang="en-US" dirty="0">
                <a:hlinkClick r:id="rId2" tooltip="Vector quantization"/>
              </a:rPr>
              <a:t>vector quantization</a:t>
            </a:r>
            <a:r>
              <a:rPr lang="en-US" dirty="0"/>
              <a:t>, originally from </a:t>
            </a:r>
            <a:r>
              <a:rPr lang="en-US" dirty="0">
                <a:hlinkClick r:id="rId3" tooltip="Signal processing"/>
              </a:rPr>
              <a:t>signal processing</a:t>
            </a:r>
            <a:r>
              <a:rPr lang="en-US" dirty="0"/>
              <a:t>, that aims to </a:t>
            </a:r>
            <a:r>
              <a:rPr lang="en-US" dirty="0">
                <a:hlinkClick r:id="rId4" tooltip="Partition of a set"/>
              </a:rPr>
              <a:t>partition</a:t>
            </a:r>
            <a:r>
              <a:rPr lang="en-US" dirty="0"/>
              <a:t> </a:t>
            </a:r>
            <a:r>
              <a:rPr lang="en-US" i="1" dirty="0"/>
              <a:t>n</a:t>
            </a:r>
            <a:r>
              <a:rPr lang="en-US" dirty="0"/>
              <a:t> observations into </a:t>
            </a:r>
            <a:r>
              <a:rPr lang="en-US" i="1" dirty="0"/>
              <a:t>k</a:t>
            </a:r>
            <a:r>
              <a:rPr lang="en-US" dirty="0"/>
              <a:t> clusters in which each observation belongs to the </a:t>
            </a:r>
            <a:r>
              <a:rPr lang="en-US" dirty="0">
                <a:hlinkClick r:id="rId5" tooltip="Cluster (statistics)"/>
              </a:rPr>
              <a:t>cluster</a:t>
            </a:r>
            <a:r>
              <a:rPr lang="en-US" dirty="0"/>
              <a:t> with the nearest </a:t>
            </a:r>
            <a:r>
              <a:rPr lang="en-US" dirty="0">
                <a:hlinkClick r:id="rId6" tooltip="Mean"/>
              </a:rPr>
              <a:t>mean</a:t>
            </a:r>
            <a:r>
              <a:rPr lang="en-US" dirty="0"/>
              <a:t> (cluster centers or cluster </a:t>
            </a:r>
            <a:r>
              <a:rPr lang="en-US" dirty="0">
                <a:hlinkClick r:id="rId7" tooltip="Centroid"/>
              </a:rPr>
              <a:t>centroid</a:t>
            </a:r>
            <a:r>
              <a:rPr lang="en-US" dirty="0"/>
              <a:t>), serving as a prototype of the cluster</a:t>
            </a:r>
            <a:r>
              <a:rPr lang="en-US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314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K-Nearest Neighbor Classification </a:t>
            </a:r>
            <a:r>
              <a:rPr lang="en-US" b="1" dirty="0" err="1"/>
              <a:t>ll</a:t>
            </a:r>
            <a:r>
              <a:rPr lang="en-US" b="1" dirty="0"/>
              <a:t> KNN Classification Explained with Solved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0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2" y="548970"/>
            <a:ext cx="11990231" cy="562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3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9" y="262273"/>
            <a:ext cx="11797046" cy="60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4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https://www.youtube.com/watch?v=CJjSPCslxqQ</a:t>
            </a:r>
          </a:p>
        </p:txBody>
      </p:sp>
    </p:spTree>
    <p:extLst>
      <p:ext uri="{BB962C8B-B14F-4D97-AF65-F5344CB8AC3E}">
        <p14:creationId xmlns:p14="http://schemas.microsoft.com/office/powerpoint/2010/main" val="255477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32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Roboto</vt:lpstr>
      <vt:lpstr>Office Theme</vt:lpstr>
      <vt:lpstr>K means Clustering Algorithm Explained With an Example Easiest And Quickest Way Ever </vt:lpstr>
      <vt:lpstr>PowerPoint Presentation</vt:lpstr>
      <vt:lpstr>PowerPoint Presentation</vt:lpstr>
      <vt:lpstr>PowerPoint Presentation</vt:lpstr>
      <vt:lpstr>K-Nearest Neighbor Classification ll KNN Classification Explained with Solved Example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means Clustering Algorithm Explained With an Example Easiest And Quickest Way Ever </dc:title>
  <dc:creator>p</dc:creator>
  <cp:lastModifiedBy>p</cp:lastModifiedBy>
  <cp:revision>9</cp:revision>
  <dcterms:created xsi:type="dcterms:W3CDTF">2023-11-19T12:59:08Z</dcterms:created>
  <dcterms:modified xsi:type="dcterms:W3CDTF">2023-11-21T13:00:05Z</dcterms:modified>
</cp:coreProperties>
</file>