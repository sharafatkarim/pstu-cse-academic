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F3AB-09A5-4D84-A978-B654AE9107F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53A-1DAD-4242-81C2-6B164924B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56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F3AB-09A5-4D84-A978-B654AE9107F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53A-1DAD-4242-81C2-6B164924B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873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F3AB-09A5-4D84-A978-B654AE9107F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53A-1DAD-4242-81C2-6B164924B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29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F3AB-09A5-4D84-A978-B654AE9107F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53A-1DAD-4242-81C2-6B164924B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22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F3AB-09A5-4D84-A978-B654AE9107F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53A-1DAD-4242-81C2-6B164924B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5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F3AB-09A5-4D84-A978-B654AE9107F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53A-1DAD-4242-81C2-6B164924B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F3AB-09A5-4D84-A978-B654AE9107F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53A-1DAD-4242-81C2-6B164924B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527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F3AB-09A5-4D84-A978-B654AE9107F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53A-1DAD-4242-81C2-6B164924B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69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F3AB-09A5-4D84-A978-B654AE9107F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53A-1DAD-4242-81C2-6B164924B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2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F3AB-09A5-4D84-A978-B654AE9107F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53A-1DAD-4242-81C2-6B164924B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4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F3AB-09A5-4D84-A978-B654AE9107F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53A-1DAD-4242-81C2-6B164924B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4F3AB-09A5-4D84-A978-B654AE9107F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1853A-1DAD-4242-81C2-6B164924B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16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Map coloring</a:t>
            </a:r>
            <a:r>
              <a:rPr lang="en-US" dirty="0"/>
              <a:t> is a classic </a:t>
            </a:r>
            <a:r>
              <a:rPr lang="en-US" b="1" dirty="0">
                <a:solidFill>
                  <a:srgbClr val="FF0000"/>
                </a:solidFill>
              </a:rPr>
              <a:t>graph coloring problem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in computer science and mathematics. </a:t>
            </a:r>
          </a:p>
          <a:p>
            <a:r>
              <a:rPr lang="en-US" dirty="0"/>
              <a:t>The goal is to assign </a:t>
            </a:r>
            <a:r>
              <a:rPr lang="en-US" b="1" dirty="0">
                <a:solidFill>
                  <a:srgbClr val="FF0000"/>
                </a:solidFill>
              </a:rPr>
              <a:t>colors to regions on a map</a:t>
            </a:r>
            <a:r>
              <a:rPr lang="en-US" dirty="0">
                <a:solidFill>
                  <a:srgbClr val="FF0000"/>
                </a:solidFill>
              </a:rPr>
              <a:t> so that </a:t>
            </a:r>
            <a:r>
              <a:rPr lang="en-US" b="1" dirty="0">
                <a:solidFill>
                  <a:srgbClr val="FF0000"/>
                </a:solidFill>
              </a:rPr>
              <a:t>no two adjacent regions share the same color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12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91886" y="1886744"/>
            <a:ext cx="9418320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14640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8011" y="1662113"/>
            <a:ext cx="10476412" cy="4759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69371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0891" y="1482930"/>
            <a:ext cx="5878285" cy="4146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45306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15" y="278683"/>
            <a:ext cx="8751269" cy="538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915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44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Map Coloring</vt:lpstr>
      <vt:lpstr>Map Coloring</vt:lpstr>
      <vt:lpstr>Map Coloring</vt:lpstr>
      <vt:lpstr>Map Coloring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Coloring</dc:title>
  <dc:creator>Lenovo</dc:creator>
  <cp:lastModifiedBy>cce sen</cp:lastModifiedBy>
  <cp:revision>1</cp:revision>
  <dcterms:created xsi:type="dcterms:W3CDTF">2025-07-13T10:34:00Z</dcterms:created>
  <dcterms:modified xsi:type="dcterms:W3CDTF">2026-07-22T09:37:03Z</dcterms:modified>
</cp:coreProperties>
</file>