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1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2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3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86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34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7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5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05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5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20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52A1F-5056-499B-9CDF-A1A9210A0D55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ACDC9-D1DC-4FC3-AE8B-6F92D4C1E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5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 is f1 score?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66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19" y="353842"/>
            <a:ext cx="8499673" cy="55039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31878" y="4582943"/>
            <a:ext cx="64183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s-IN" b="1" dirty="0" smtClean="0"/>
              <a:t>"</a:t>
            </a:r>
            <a:r>
              <a:rPr lang="as-IN" sz="1400" b="1" dirty="0" smtClean="0"/>
              <a:t>অনুমান করা পজিটিভগুলোর মধ্যে আসলেই কতগুলো পজিটিভ?"</a:t>
            </a:r>
            <a:endParaRPr lang="en-US" sz="1400" b="1" dirty="0"/>
          </a:p>
        </p:txBody>
      </p:sp>
      <p:sp>
        <p:nvSpPr>
          <p:cNvPr id="6" name="Rectangle 5"/>
          <p:cNvSpPr/>
          <p:nvPr/>
        </p:nvSpPr>
        <p:spPr>
          <a:xfrm>
            <a:off x="5931878" y="5314018"/>
            <a:ext cx="65942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as-IN" sz="1400" b="1" dirty="0" smtClean="0"/>
              <a:t>"বাস্তব পজিটিভগুলোর মধ্যে কতগুলো সঠিকভাবে প্রেডিক্ট করা হয়েছে?"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57316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8" y="113895"/>
            <a:ext cx="4328535" cy="25681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48" y="2933288"/>
            <a:ext cx="3703641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12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Precision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7134" y="2139018"/>
            <a:ext cx="5327263" cy="267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99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Recall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968671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3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Vrinda</vt:lpstr>
      <vt:lpstr>Office Theme</vt:lpstr>
      <vt:lpstr>What is f1 score?</vt:lpstr>
      <vt:lpstr>PowerPoint Presentation</vt:lpstr>
      <vt:lpstr>PowerPoint Presentation</vt:lpstr>
      <vt:lpstr>Precision </vt:lpstr>
      <vt:lpstr>Recall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f1 score?</dc:title>
  <dc:creator>Lenovo</dc:creator>
  <cp:lastModifiedBy>Lenovo</cp:lastModifiedBy>
  <cp:revision>3</cp:revision>
  <dcterms:created xsi:type="dcterms:W3CDTF">2025-07-17T09:48:56Z</dcterms:created>
  <dcterms:modified xsi:type="dcterms:W3CDTF">2025-07-17T10:02:54Z</dcterms:modified>
</cp:coreProperties>
</file>