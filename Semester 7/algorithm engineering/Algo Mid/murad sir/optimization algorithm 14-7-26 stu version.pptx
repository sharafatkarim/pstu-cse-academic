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5" r:id="rId2"/>
    <p:sldId id="276" r:id="rId3"/>
    <p:sldId id="277" r:id="rId4"/>
    <p:sldId id="256" r:id="rId5"/>
    <p:sldId id="257" r:id="rId6"/>
    <p:sldId id="258" r:id="rId7"/>
    <p:sldId id="278" r:id="rId8"/>
    <p:sldId id="262" r:id="rId9"/>
    <p:sldId id="263" r:id="rId10"/>
    <p:sldId id="279" r:id="rId11"/>
    <p:sldId id="267" r:id="rId12"/>
    <p:sldId id="264" r:id="rId13"/>
    <p:sldId id="265" r:id="rId14"/>
    <p:sldId id="266" r:id="rId15"/>
    <p:sldId id="270" r:id="rId16"/>
    <p:sldId id="271" r:id="rId17"/>
    <p:sldId id="272" r:id="rId18"/>
    <p:sldId id="273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01044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3635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5657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28902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38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3880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8885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9274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64501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5985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624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70446D-3114-4B29-93A0-424C0DADEEAA}" type="datetimeFigureOut">
              <a:rPr lang="en-US" smtClean="0"/>
              <a:t>7/14/2026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DE9FB4-766D-41AC-A33E-A445F4F39D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8371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5814" y="-4762"/>
            <a:ext cx="9939785" cy="68627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61197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2618" y="0"/>
            <a:ext cx="7094354" cy="3490546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055813"/>
            <a:ext cx="5190265" cy="4375094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85683" y="4757701"/>
            <a:ext cx="2200582" cy="5239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341313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223" y="93614"/>
            <a:ext cx="5683777" cy="5682932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52201" y="9525"/>
            <a:ext cx="6439799" cy="66112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5283735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Optimization algorithms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607069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7679" y="259618"/>
            <a:ext cx="11816948" cy="6202728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6474242" y="5942568"/>
            <a:ext cx="383310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as-IN" dirty="0"/>
              <a:t>লজিস্টিকস বা পণ্য পরিবহনের ক্ষেত্রে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425121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99"/>
            <a:ext cx="6200775" cy="6769101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7375" y="0"/>
            <a:ext cx="6573145" cy="6753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3014039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8899"/>
            <a:ext cx="6200775" cy="6769101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42675" y="1622425"/>
            <a:ext cx="6449325" cy="49593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59734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3798"/>
            <a:ext cx="5525271" cy="476316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5486" y="3372368"/>
            <a:ext cx="4096322" cy="30674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482270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431" y="1325563"/>
            <a:ext cx="6435969" cy="5449060"/>
          </a:xfrm>
          <a:prstGeom prst="rect">
            <a:avLst/>
          </a:prstGeom>
        </p:spPr>
      </p:pic>
      <p:cxnSp>
        <p:nvCxnSpPr>
          <p:cNvPr id="7" name="Straight Arrow Connector 6"/>
          <p:cNvCxnSpPr/>
          <p:nvPr/>
        </p:nvCxnSpPr>
        <p:spPr>
          <a:xfrm flipV="1">
            <a:off x="2725615" y="1325563"/>
            <a:ext cx="4906108" cy="1320922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34300" y="662781"/>
            <a:ext cx="4171949" cy="2157211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47518" y="2821197"/>
            <a:ext cx="6144482" cy="819264"/>
          </a:xfrm>
          <a:prstGeom prst="rect">
            <a:avLst/>
          </a:prstGeom>
        </p:spPr>
      </p:pic>
      <p:cxnSp>
        <p:nvCxnSpPr>
          <p:cNvPr id="11" name="Straight Arrow Connector 10"/>
          <p:cNvCxnSpPr/>
          <p:nvPr/>
        </p:nvCxnSpPr>
        <p:spPr>
          <a:xfrm flipH="1">
            <a:off x="7343775" y="2733675"/>
            <a:ext cx="2952750" cy="352425"/>
          </a:xfrm>
          <a:prstGeom prst="straightConnector1">
            <a:avLst/>
          </a:prstGeom>
          <a:ln w="158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34300" y="3767231"/>
            <a:ext cx="2629267" cy="885949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47664" y="4653180"/>
            <a:ext cx="5744189" cy="1876687"/>
          </a:xfrm>
          <a:prstGeom prst="rect">
            <a:avLst/>
          </a:prstGeom>
        </p:spPr>
      </p:pic>
      <p:cxnSp>
        <p:nvCxnSpPr>
          <p:cNvPr id="15" name="Straight Arrow Connector 14"/>
          <p:cNvCxnSpPr/>
          <p:nvPr/>
        </p:nvCxnSpPr>
        <p:spPr>
          <a:xfrm flipH="1" flipV="1">
            <a:off x="5038725" y="5734050"/>
            <a:ext cx="2695575" cy="60960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779701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388338" y="952499"/>
            <a:ext cx="5533885" cy="6143625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3431" y="1325563"/>
            <a:ext cx="6435969" cy="54490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73850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324" y="1276764"/>
            <a:ext cx="7220958" cy="5449060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81309" y="957601"/>
            <a:ext cx="4410691" cy="5630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13513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0131" y="1227939"/>
            <a:ext cx="4410691" cy="5630061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8702" y="765912"/>
            <a:ext cx="6573167" cy="327705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3775" y="4695548"/>
            <a:ext cx="5449060" cy="1981477"/>
          </a:xfrm>
          <a:prstGeom prst="rect">
            <a:avLst/>
          </a:prstGeom>
        </p:spPr>
      </p:pic>
      <p:cxnSp>
        <p:nvCxnSpPr>
          <p:cNvPr id="9" name="Straight Arrow Connector 8"/>
          <p:cNvCxnSpPr/>
          <p:nvPr/>
        </p:nvCxnSpPr>
        <p:spPr>
          <a:xfrm>
            <a:off x="6787662" y="2294792"/>
            <a:ext cx="3121269" cy="323195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/>
          <p:cNvCxnSpPr/>
          <p:nvPr/>
        </p:nvCxnSpPr>
        <p:spPr>
          <a:xfrm>
            <a:off x="7648575" y="2705100"/>
            <a:ext cx="1609725" cy="33718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804537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61" y="1316038"/>
            <a:ext cx="5070963" cy="554196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53024" y="567531"/>
            <a:ext cx="6928934" cy="6153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87195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2061" y="0"/>
            <a:ext cx="10515600" cy="1325563"/>
          </a:xfrm>
        </p:spPr>
        <p:txBody>
          <a:bodyPr/>
          <a:lstStyle/>
          <a:p>
            <a:r>
              <a:rPr lang="en-US" b="1" dirty="0"/>
              <a:t>Training a linear regression model using Gradient Descent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23" y="1757742"/>
            <a:ext cx="6547339" cy="4839375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7282" y="678875"/>
            <a:ext cx="4348443" cy="3235900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50322" y="4162049"/>
            <a:ext cx="5229955" cy="26959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774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14325" y="-19050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70400"/>
            <a:ext cx="6753225" cy="5892349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4685" y="638175"/>
            <a:ext cx="5237315" cy="61245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3559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85716"/>
            <a:ext cx="5418290" cy="3086367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62430" y="1143659"/>
            <a:ext cx="5934803" cy="5247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281283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b="1" dirty="0"/>
              <a:t>real-life incident-based example</a:t>
            </a:r>
            <a:r>
              <a:rPr lang="en-US" dirty="0"/>
              <a:t>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197" y="1030288"/>
            <a:ext cx="5934803" cy="5247615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89867" y="1030287"/>
            <a:ext cx="5952782" cy="51466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29439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After </a:t>
            </a:r>
            <a:r>
              <a:rPr lang="en-US" b="1" dirty="0"/>
              <a:t>20,000 iterations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9083"/>
            <a:ext cx="5639289" cy="4789750"/>
          </a:xfrm>
          <a:prstGeom prst="rect">
            <a:avLst/>
          </a:prstGeom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21050" y="1499083"/>
            <a:ext cx="5646241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0642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673</TotalTime>
  <Words>75</Words>
  <Application>Microsoft Office PowerPoint</Application>
  <PresentationFormat>Widescreen</PresentationFormat>
  <Paragraphs>13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Optimization algorithms</vt:lpstr>
      <vt:lpstr>PowerPoint Presentation</vt:lpstr>
      <vt:lpstr>PowerPoint Presentation</vt:lpstr>
      <vt:lpstr>PowerPoint Presentation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Training a linear regression model using Gradient Descent </vt:lpstr>
      <vt:lpstr>real-life incident-based example </vt:lpstr>
      <vt:lpstr>real-life incident-based example </vt:lpstr>
      <vt:lpstr>real-life incident-based example </vt:lpstr>
      <vt:lpstr>After 20,000 iterations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Optimization algorithms</dc:title>
  <dc:creator>Lenovo</dc:creator>
  <cp:lastModifiedBy>cce sen</cp:lastModifiedBy>
  <cp:revision>25</cp:revision>
  <dcterms:created xsi:type="dcterms:W3CDTF">2025-07-14T09:46:34Z</dcterms:created>
  <dcterms:modified xsi:type="dcterms:W3CDTF">2026-07-14T03:13:49Z</dcterms:modified>
</cp:coreProperties>
</file>