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56" r:id="rId5"/>
    <p:sldId id="257" r:id="rId6"/>
    <p:sldId id="258" r:id="rId7"/>
    <p:sldId id="278" r:id="rId8"/>
    <p:sldId id="262" r:id="rId9"/>
    <p:sldId id="263" r:id="rId10"/>
    <p:sldId id="279" r:id="rId11"/>
    <p:sldId id="267" r:id="rId12"/>
    <p:sldId id="264" r:id="rId13"/>
    <p:sldId id="265" r:id="rId14"/>
    <p:sldId id="266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6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5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9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8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8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2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5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3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4" y="-4762"/>
            <a:ext cx="9939785" cy="686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1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618" y="0"/>
            <a:ext cx="7094354" cy="34905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5813"/>
            <a:ext cx="5190265" cy="4375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683" y="4757701"/>
            <a:ext cx="220058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3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3" y="93614"/>
            <a:ext cx="5683777" cy="56829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201" y="9525"/>
            <a:ext cx="6439799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3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7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9" y="259618"/>
            <a:ext cx="11816948" cy="62027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74242" y="5942568"/>
            <a:ext cx="3833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s-IN" dirty="0"/>
              <a:t>লজিস্টিকস বা পণ্য পরিবহনের ক্ষেত্রে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99"/>
            <a:ext cx="6200775" cy="67691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0"/>
            <a:ext cx="657314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4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99"/>
            <a:ext cx="6200775" cy="67691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675" y="1622425"/>
            <a:ext cx="6449325" cy="49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7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798"/>
            <a:ext cx="5525271" cy="47631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486" y="3372368"/>
            <a:ext cx="409632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2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1" y="1325563"/>
            <a:ext cx="6435969" cy="54490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725615" y="1325563"/>
            <a:ext cx="4906108" cy="132092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662781"/>
            <a:ext cx="4171949" cy="21572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18" y="2821197"/>
            <a:ext cx="6144482" cy="819264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7343775" y="2733675"/>
            <a:ext cx="2952750" cy="35242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00" y="3767231"/>
            <a:ext cx="2629267" cy="8859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664" y="4653180"/>
            <a:ext cx="5744189" cy="1876687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H="1" flipV="1">
            <a:off x="5038725" y="5734050"/>
            <a:ext cx="2695575" cy="609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79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8338" y="952499"/>
            <a:ext cx="5533885" cy="6143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31" y="1325563"/>
            <a:ext cx="6435969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8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4" y="1276764"/>
            <a:ext cx="7220958" cy="5449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309" y="957601"/>
            <a:ext cx="4410691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5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1" y="1227939"/>
            <a:ext cx="4410691" cy="5630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702" y="765912"/>
            <a:ext cx="6573167" cy="3277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775" y="4695548"/>
            <a:ext cx="5449060" cy="1981477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6787662" y="2294792"/>
            <a:ext cx="3121269" cy="3231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648575" y="2705100"/>
            <a:ext cx="1609725" cy="337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04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1" y="1316038"/>
            <a:ext cx="5070963" cy="55419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4" y="567531"/>
            <a:ext cx="6928934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1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" y="1757742"/>
            <a:ext cx="6547339" cy="4839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282" y="678875"/>
            <a:ext cx="4348443" cy="3235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322" y="4162049"/>
            <a:ext cx="5229955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74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-19050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400"/>
            <a:ext cx="6753225" cy="58923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685" y="638175"/>
            <a:ext cx="5237315" cy="612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59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716"/>
            <a:ext cx="5418290" cy="30863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30" y="1143659"/>
            <a:ext cx="5934803" cy="524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12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7" y="1030288"/>
            <a:ext cx="5934803" cy="5247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67" y="1030287"/>
            <a:ext cx="5952782" cy="514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</a:t>
            </a:r>
            <a:r>
              <a:rPr lang="en-US" b="1" dirty="0"/>
              <a:t>20,000 iterations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083"/>
            <a:ext cx="5639289" cy="4789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050" y="1499083"/>
            <a:ext cx="5646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4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75</Words>
  <Application>Microsoft Office PowerPoint</Application>
  <PresentationFormat>Widescreen</PresentationFormat>
  <Paragraphs>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Vrinda</vt:lpstr>
      <vt:lpstr>Office Theme</vt:lpstr>
      <vt:lpstr>PowerPoint Presentation</vt:lpstr>
      <vt:lpstr>PowerPoint Presentation</vt:lpstr>
      <vt:lpstr>PowerPoint Presentation</vt:lpstr>
      <vt:lpstr>Optimization algorithms</vt:lpstr>
      <vt:lpstr>PowerPoint Presentation</vt:lpstr>
      <vt:lpstr>PowerPoint Presentation</vt:lpstr>
      <vt:lpstr>PowerPoint Presentation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real-life incident-based example </vt:lpstr>
      <vt:lpstr>real-life incident-based example </vt:lpstr>
      <vt:lpstr>real-life incident-based example </vt:lpstr>
      <vt:lpstr>After 20,000 iterations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algorithms</dc:title>
  <dc:creator>Lenovo</dc:creator>
  <cp:lastModifiedBy>Lenovo</cp:lastModifiedBy>
  <cp:revision>25</cp:revision>
  <dcterms:created xsi:type="dcterms:W3CDTF">2025-07-14T09:46:34Z</dcterms:created>
  <dcterms:modified xsi:type="dcterms:W3CDTF">2026-07-14T17:38:33Z</dcterms:modified>
</cp:coreProperties>
</file>