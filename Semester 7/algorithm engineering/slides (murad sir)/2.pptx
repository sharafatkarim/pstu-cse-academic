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657BC-8974-4D72-8632-BB04C229B027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21AA9-2224-4146-B757-FE432D1F1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209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657BC-8974-4D72-8632-BB04C229B027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21AA9-2224-4146-B757-FE432D1F1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756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657BC-8974-4D72-8632-BB04C229B027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21AA9-2224-4146-B757-FE432D1F1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226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657BC-8974-4D72-8632-BB04C229B027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21AA9-2224-4146-B757-FE432D1F1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693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657BC-8974-4D72-8632-BB04C229B027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21AA9-2224-4146-B757-FE432D1F1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448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657BC-8974-4D72-8632-BB04C229B027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21AA9-2224-4146-B757-FE432D1F1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028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657BC-8974-4D72-8632-BB04C229B027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21AA9-2224-4146-B757-FE432D1F1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985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657BC-8974-4D72-8632-BB04C229B027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21AA9-2224-4146-B757-FE432D1F1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56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657BC-8974-4D72-8632-BB04C229B027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21AA9-2224-4146-B757-FE432D1F1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932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657BC-8974-4D72-8632-BB04C229B027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21AA9-2224-4146-B757-FE432D1F1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176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657BC-8974-4D72-8632-BB04C229B027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21AA9-2224-4146-B757-FE432D1F1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52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7657BC-8974-4D72-8632-BB04C229B027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21AA9-2224-4146-B757-FE432D1F1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245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Confusion matrix?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10029092" cy="2429485"/>
          </a:xfrm>
        </p:spPr>
        <p:txBody>
          <a:bodyPr>
            <a:noAutofit/>
          </a:bodyPr>
          <a:lstStyle/>
          <a:p>
            <a:pPr algn="l"/>
            <a:r>
              <a:rPr lang="en-US" dirty="0" smtClean="0"/>
              <a:t>A </a:t>
            </a:r>
            <a:r>
              <a:rPr lang="en-US" b="1" dirty="0" smtClean="0"/>
              <a:t>confusion matrix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FF0000"/>
                </a:solidFill>
              </a:rPr>
              <a:t>performance measurement tool for machine learning classification problems. </a:t>
            </a:r>
          </a:p>
          <a:p>
            <a:pPr algn="l"/>
            <a:r>
              <a:rPr lang="en-US" dirty="0" smtClean="0"/>
              <a:t>It shows </a:t>
            </a:r>
            <a:r>
              <a:rPr lang="en-US" dirty="0" smtClean="0">
                <a:solidFill>
                  <a:srgbClr val="FF0000"/>
                </a:solidFill>
              </a:rPr>
              <a:t>how well a model’s predictions match the actual classes</a:t>
            </a:r>
            <a:r>
              <a:rPr lang="en-US" dirty="0" smtClean="0"/>
              <a:t>. </a:t>
            </a:r>
          </a:p>
          <a:p>
            <a:pPr algn="l"/>
            <a:r>
              <a:rPr lang="en-US" dirty="0" smtClean="0"/>
              <a:t>It is especially useful </a:t>
            </a:r>
            <a:r>
              <a:rPr lang="en-US" dirty="0" smtClean="0">
                <a:solidFill>
                  <a:srgbClr val="FF0000"/>
                </a:solidFill>
              </a:rPr>
              <a:t>for evaluating </a:t>
            </a:r>
            <a:r>
              <a:rPr lang="en-US" b="1" dirty="0" smtClean="0">
                <a:solidFill>
                  <a:srgbClr val="FF0000"/>
                </a:solidFill>
              </a:rPr>
              <a:t>binary</a:t>
            </a:r>
            <a:r>
              <a:rPr lang="en-US" dirty="0" smtClean="0">
                <a:solidFill>
                  <a:srgbClr val="FF0000"/>
                </a:solidFill>
              </a:rPr>
              <a:t> and </a:t>
            </a:r>
            <a:r>
              <a:rPr lang="en-US" b="1" dirty="0" smtClean="0">
                <a:solidFill>
                  <a:srgbClr val="FF0000"/>
                </a:solidFill>
              </a:rPr>
              <a:t>multi-class classification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models.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365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193890"/>
            <a:ext cx="8423265" cy="508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738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92" y="373888"/>
            <a:ext cx="4378865" cy="351231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27627"/>
            <a:ext cx="5704865" cy="374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187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111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41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Confusion matrix?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confusion matrix?</dc:title>
  <dc:creator>Lenovo</dc:creator>
  <cp:lastModifiedBy>Lenovo</cp:lastModifiedBy>
  <cp:revision>4</cp:revision>
  <dcterms:created xsi:type="dcterms:W3CDTF">2025-07-17T10:07:45Z</dcterms:created>
  <dcterms:modified xsi:type="dcterms:W3CDTF">2025-07-17T10:24:15Z</dcterms:modified>
</cp:coreProperties>
</file>