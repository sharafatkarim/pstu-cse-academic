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8027" autoAdjust="0"/>
    <p:restoredTop sz="94660"/>
  </p:normalViewPr>
  <p:slideViewPr>
    <p:cSldViewPr snapToGrid="0">
      <p:cViewPr varScale="1">
        <p:scale>
          <a:sx n="73" d="100"/>
          <a:sy n="73" d="100"/>
        </p:scale>
        <p:origin x="-498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28161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097161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846630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382686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16377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582745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1254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135134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87119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197726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61519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35DA8-B7CA-4C53-9105-91D1C2AF5D9E}" type="datetimeFigureOut">
              <a:rPr lang="en-US" smtClean="0"/>
              <a:pPr/>
              <a:t>21-Jul-26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B43C9B-0176-4BDF-AC43-CF4A3890E19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490179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K means Clustering Algorithm </a:t>
            </a:r>
            <a:r>
              <a:rPr lang="en-US" b="1" dirty="0"/>
              <a:t>Explained With an Example 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9985112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11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4000" b="1" dirty="0"/>
              <a:t>K means Clustering Algorithm Explained With an Example Easiest And Quickest Way Ever</a:t>
            </a:r>
            <a:r>
              <a:rPr lang="en-US" dirty="0"/>
              <a:t/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6814"/>
            <a:ext cx="12192000" cy="59611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5939" y="2703421"/>
            <a:ext cx="78418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0F0F0F"/>
                </a:solidFill>
                <a:latin typeface="Roboto"/>
              </a:rPr>
              <a:t>7.21</a:t>
            </a:r>
            <a:endParaRPr lang="en-US" sz="2400" b="1" dirty="0"/>
          </a:p>
        </p:txBody>
      </p:sp>
    </p:spTree>
    <p:extLst>
      <p:ext uri="{BB962C8B-B14F-4D97-AF65-F5344CB8AC3E}">
        <p14:creationId xmlns="" xmlns:p14="http://schemas.microsoft.com/office/powerpoint/2010/main" val="1526193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https://www.youtube.com/watch?v=CLKW6uWJtTc</a:t>
            </a:r>
          </a:p>
        </p:txBody>
      </p:sp>
    </p:spTree>
    <p:extLst>
      <p:ext uri="{BB962C8B-B14F-4D97-AF65-F5344CB8AC3E}">
        <p14:creationId xmlns="" xmlns:p14="http://schemas.microsoft.com/office/powerpoint/2010/main" val="321498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3" y="365125"/>
            <a:ext cx="11704320" cy="1325563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K-means clustering with k=3  (same previous example)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Data are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058092" y="2194561"/>
            <a:ext cx="1024128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>
                <a:solidFill>
                  <a:srgbClr val="FF0000"/>
                </a:solidFill>
              </a:rPr>
              <a:t>(185,72), (170,56), (168,60), (179,68), (182,72),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(188,77), (180,71), (180,70), (183,84), (180,88),</a:t>
            </a:r>
          </a:p>
          <a:p>
            <a:r>
              <a:rPr lang="en-US" dirty="0" smtClean="0">
                <a:solidFill>
                  <a:srgbClr val="FF0000"/>
                </a:solidFill>
              </a:rPr>
              <a:t>(180,67), (177,76)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3" y="365125"/>
            <a:ext cx="11704320" cy="1325563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K-means clustering with k=3  (same previous example)</a:t>
            </a:r>
            <a:endParaRPr lang="en-US" sz="4000" b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44583" y="1606731"/>
            <a:ext cx="10567851" cy="4311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3" y="365125"/>
            <a:ext cx="11704320" cy="1325563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K-means clustering with k=3  (same previous example)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27908" y="1573123"/>
            <a:ext cx="6255204" cy="3680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3" y="365125"/>
            <a:ext cx="11704320" cy="1325563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K-means clustering with k=3  (same previous example)</a:t>
            </a:r>
            <a:endParaRPr lang="en-US" sz="4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49977" y="1442902"/>
            <a:ext cx="7492093" cy="460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943" y="365125"/>
            <a:ext cx="11704320" cy="1325563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K-means clustering with k=3  (same previous example)</a:t>
            </a:r>
            <a:endParaRPr lang="en-US" sz="4000" b="1" dirty="0"/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</p:nvPr>
        </p:nvGraphicFramePr>
        <p:xfrm>
          <a:off x="0" y="2267064"/>
          <a:ext cx="7528470" cy="4356735"/>
        </p:xfrm>
        <a:graphic>
          <a:graphicData uri="http://schemas.openxmlformats.org/drawingml/2006/table">
            <a:tbl>
              <a:tblPr/>
              <a:tblGrid>
                <a:gridCol w="1505694"/>
                <a:gridCol w="1505694"/>
                <a:gridCol w="1505694"/>
                <a:gridCol w="1505694"/>
                <a:gridCol w="1505694"/>
              </a:tblGrid>
              <a:tr h="34948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kern="1200" dirty="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Point</a:t>
                      </a:r>
                      <a:endParaRPr lang="en-US" sz="10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C1 (170,56)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 (188,77)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C3 (180,88)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Cluster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P1 (185,72)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21.93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5.83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16.76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P2 (170,56)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29.83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36.80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C1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P3 (168,60)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4.47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30.81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35.44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C1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P4 (179,68)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13.60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11.31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20.10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P5 (182,72)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18.87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6.71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16.28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P6 (188,77)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29.83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15.13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P7 (180,71)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17.03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 dirty="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9.49</a:t>
                      </a:r>
                      <a:endParaRPr lang="en-US" sz="10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17.00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P8 (180,70)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16.12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10.20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18.03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P9 (183,84)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33.88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7.28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5.00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C3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P10 (180,88)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36.80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15.13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C3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P11 (180,67)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14.87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12.04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21.47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P12 (177,76)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21.63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11.18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kern="120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13.00</a:t>
                      </a:r>
                      <a:endParaRPr lang="en-US" sz="100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500" b="1" kern="1200" dirty="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C2</a:t>
                      </a:r>
                      <a:r>
                        <a:rPr lang="en-US" sz="1500" kern="1200" dirty="0">
                          <a:solidFill>
                            <a:srgbClr val="000000"/>
                          </a:solidFill>
                          <a:latin typeface="Calibri"/>
                          <a:ea typeface="Times New Roman"/>
                          <a:cs typeface="Calibri"/>
                        </a:rPr>
                        <a:t> </a:t>
                      </a:r>
                      <a:endParaRPr lang="en-US" sz="1000" dirty="0"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77637" marR="77637" marT="38819" marB="38819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96303" y="1755169"/>
            <a:ext cx="40816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/>
              <a:t>Distance Table (Approximated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41770" y="2103120"/>
            <a:ext cx="4458789" cy="4462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K-means clustering with k=3  (same previous example)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Step 4: Reassign Points</a:t>
            </a:r>
          </a:p>
          <a:p>
            <a:pPr lvl="1"/>
            <a:r>
              <a:rPr lang="en-US" dirty="0" smtClean="0"/>
              <a:t>Repeat distance calculation with </a:t>
            </a:r>
            <a:r>
              <a:rPr lang="en-US" b="1" dirty="0" smtClean="0"/>
              <a:t>updated </a:t>
            </a:r>
            <a:r>
              <a:rPr lang="en-US" b="1" dirty="0" err="1" smtClean="0"/>
              <a:t>centroids</a:t>
            </a:r>
            <a:r>
              <a:rPr lang="en-US" dirty="0" smtClean="0"/>
              <a:t> (169,58), (181.38,71.63), and (181.5,86).</a:t>
            </a:r>
            <a:br>
              <a:rPr lang="en-US" dirty="0" smtClean="0"/>
            </a:br>
            <a:endParaRPr lang="en-US" dirty="0" smtClean="0"/>
          </a:p>
          <a:p>
            <a:pPr lvl="1"/>
            <a:r>
              <a:rPr lang="en-US" dirty="0" smtClean="0"/>
              <a:t>Most points </a:t>
            </a:r>
            <a:r>
              <a:rPr lang="en-US" dirty="0" smtClean="0">
                <a:solidFill>
                  <a:srgbClr val="FF0000"/>
                </a:solidFill>
              </a:rPr>
              <a:t>will likely stay in the same cluster</a:t>
            </a:r>
            <a:r>
              <a:rPr lang="en-US" dirty="0" smtClean="0"/>
              <a:t>—repeat until </a:t>
            </a:r>
            <a:r>
              <a:rPr lang="en-US" dirty="0" err="1" smtClean="0"/>
              <a:t>centroids</a:t>
            </a:r>
            <a:r>
              <a:rPr lang="en-US" dirty="0" smtClean="0"/>
              <a:t> don't change significantly.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K-means clustering with k=3  (same previous example)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1950" y="2099854"/>
            <a:ext cx="7398882" cy="20410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K-Nearest Neighbor Classification </a:t>
            </a:r>
            <a:r>
              <a:rPr lang="en-US" b="1" dirty="0" err="1"/>
              <a:t>ll</a:t>
            </a:r>
            <a:r>
              <a:rPr lang="en-US" b="1" dirty="0"/>
              <a:t> KNN Classification Explained with Solved Example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270902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4453"/>
            <a:ext cx="10515600" cy="1325563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K-Nearest Neighbor Classification </a:t>
            </a:r>
            <a:r>
              <a:rPr lang="en-US" sz="3600" b="1" dirty="0" err="1">
                <a:latin typeface="Arial" panose="020B0604020202020204" pitchFamily="34" charset="0"/>
                <a:cs typeface="Arial" panose="020B0604020202020204" pitchFamily="34" charset="0"/>
              </a:rPr>
              <a:t>ll</a:t>
            </a: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 KNN Classification Explained with Solved Example</a:t>
            </a:r>
            <a:b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52" y="1261147"/>
            <a:ext cx="11990231" cy="5627993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083136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655" y="-545122"/>
            <a:ext cx="11588260" cy="2068758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K-Nearest Neighbor Classification 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ll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KNN Classification Explained with Solved Example</a:t>
            </a:r>
            <a:endParaRPr lang="en-US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3" y="801794"/>
            <a:ext cx="11797046" cy="6056206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779947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https://www.youtube.com/watch?v=CJjSPCslxqQ</a:t>
            </a:r>
          </a:p>
        </p:txBody>
      </p:sp>
    </p:spTree>
    <p:extLst>
      <p:ext uri="{BB962C8B-B14F-4D97-AF65-F5344CB8AC3E}">
        <p14:creationId xmlns="" xmlns:p14="http://schemas.microsoft.com/office/powerpoint/2010/main" val="255477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295</Words>
  <Application>Microsoft Office PowerPoint</Application>
  <PresentationFormat>Custom</PresentationFormat>
  <Paragraphs>88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K means Clustering Algorithm Explained With an Example  </vt:lpstr>
      <vt:lpstr>K means Clustering Algorithm Explained With an Example Easiest And Quickest Way Ever </vt:lpstr>
      <vt:lpstr>Slide 3</vt:lpstr>
      <vt:lpstr>K-means clustering with k=3  (same previous example)</vt:lpstr>
      <vt:lpstr>K-means clustering with k=3  (same previous example)</vt:lpstr>
      <vt:lpstr>K-means clustering with k=3  (same previous example)</vt:lpstr>
      <vt:lpstr>K-means clustering with k=3  (same previous example)</vt:lpstr>
      <vt:lpstr>K-means clustering with k=3  (same previous example)</vt:lpstr>
      <vt:lpstr>K-means clustering with k=3  (same previous example)</vt:lpstr>
      <vt:lpstr>K-means clustering with k=3  (same previous example)</vt:lpstr>
      <vt:lpstr>K-Nearest Neighbor Classification ll KNN Classification Explained with Solved Example </vt:lpstr>
      <vt:lpstr>K-Nearest Neighbor Classification ll KNN Classification Explained with Solved Example </vt:lpstr>
      <vt:lpstr>K-Nearest Neighbor Classification ll KNN Classification Explained with Solved Example</vt:lpstr>
      <vt:lpstr>Slide 14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 means Clustering Algorithm Explained With an Example Easiest And Quickest Way Ever</dc:title>
  <dc:creator>p</dc:creator>
  <cp:lastModifiedBy>Lenovo</cp:lastModifiedBy>
  <cp:revision>18</cp:revision>
  <dcterms:created xsi:type="dcterms:W3CDTF">2023-11-19T12:59:08Z</dcterms:created>
  <dcterms:modified xsi:type="dcterms:W3CDTF">2026-07-21T03:30:06Z</dcterms:modified>
</cp:coreProperties>
</file>