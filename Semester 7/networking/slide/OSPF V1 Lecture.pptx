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2"/>
  </p:notesMasterIdLst>
  <p:sldIdLst>
    <p:sldId id="264" r:id="rId5"/>
    <p:sldId id="302" r:id="rId6"/>
    <p:sldId id="303" r:id="rId7"/>
    <p:sldId id="304" r:id="rId8"/>
    <p:sldId id="305" r:id="rId9"/>
    <p:sldId id="293" r:id="rId10"/>
    <p:sldId id="294" r:id="rId11"/>
    <p:sldId id="306" r:id="rId12"/>
    <p:sldId id="296" r:id="rId13"/>
    <p:sldId id="265" r:id="rId14"/>
    <p:sldId id="266" r:id="rId15"/>
    <p:sldId id="285" r:id="rId16"/>
    <p:sldId id="307" r:id="rId17"/>
    <p:sldId id="286" r:id="rId18"/>
    <p:sldId id="287" r:id="rId19"/>
    <p:sldId id="288" r:id="rId20"/>
    <p:sldId id="289" r:id="rId21"/>
    <p:sldId id="290" r:id="rId22"/>
    <p:sldId id="295" r:id="rId23"/>
    <p:sldId id="301" r:id="rId24"/>
    <p:sldId id="308" r:id="rId25"/>
    <p:sldId id="299" r:id="rId26"/>
    <p:sldId id="300" r:id="rId27"/>
    <p:sldId id="309" r:id="rId28"/>
    <p:sldId id="297" r:id="rId29"/>
    <p:sldId id="298" r:id="rId30"/>
    <p:sldId id="31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12" autoAdjust="0"/>
  </p:normalViewPr>
  <p:slideViewPr>
    <p:cSldViewPr snapToGrid="0">
      <p:cViewPr varScale="1">
        <p:scale>
          <a:sx n="70" d="100"/>
          <a:sy n="70" d="100"/>
        </p:scale>
        <p:origin x="66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798B7E-6604-4F74-86DB-B30627D56244}" type="datetimeFigureOut">
              <a:rPr lang="en-US" smtClean="0"/>
              <a:t>11/14/2022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F28A1F-3E69-47E5-AE93-E7F2155A242D}" type="slidenum">
              <a:rPr lang="en-US" smtClean="0"/>
              <a:t>‹#›</a:t>
            </a:fld>
            <a:endParaRPr lang="en-US" dirty="0"/>
          </a:p>
        </p:txBody>
      </p:sp>
    </p:spTree>
    <p:extLst>
      <p:ext uri="{BB962C8B-B14F-4D97-AF65-F5344CB8AC3E}">
        <p14:creationId xmlns:p14="http://schemas.microsoft.com/office/powerpoint/2010/main" val="2075933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anchor="b">
            <a:noAutofit/>
          </a:bodyPr>
          <a:lstStyle>
            <a:lvl1pPr>
              <a:lnSpc>
                <a:spcPct val="70000"/>
              </a:lnSpc>
              <a:defRPr sz="7200" spc="-3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2226532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anchor="b">
            <a:noAutofit/>
          </a:bodyPr>
          <a:lstStyle>
            <a:lvl1pPr>
              <a:lnSpc>
                <a:spcPct val="70000"/>
              </a:lnSpc>
              <a:defRPr sz="7200" spc="-3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
        <p:nvSpPr>
          <p:cNvPr id="8" name="Picture Placeholder 2">
            <a:extLst>
              <a:ext uri="{FF2B5EF4-FFF2-40B4-BE49-F238E27FC236}">
                <a16:creationId xmlns:a16="http://schemas.microsoft.com/office/drawing/2014/main" id="{2641ECAC-0557-4843-8433-067E4414E2F5}"/>
              </a:ext>
            </a:extLst>
          </p:cNvPr>
          <p:cNvSpPr>
            <a:spLocks noGrp="1"/>
          </p:cNvSpPr>
          <p:nvPr>
            <p:ph type="pic" idx="1" hasCustomPrompt="1"/>
          </p:nvPr>
        </p:nvSpPr>
        <p:spPr>
          <a:xfrm>
            <a:off x="-1" y="0"/>
            <a:ext cx="7512001" cy="6727855"/>
          </a:xfrm>
          <a:solidFill>
            <a:schemeClr val="tx1">
              <a:lumMod val="85000"/>
              <a:lumOff val="15000"/>
            </a:schemeClr>
          </a:solidFill>
        </p:spPr>
        <p:txBody>
          <a:bodyPr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Your Picture Here</a:t>
            </a:r>
          </a:p>
        </p:txBody>
      </p:sp>
    </p:spTree>
    <p:extLst>
      <p:ext uri="{BB962C8B-B14F-4D97-AF65-F5344CB8AC3E}">
        <p14:creationId xmlns:p14="http://schemas.microsoft.com/office/powerpoint/2010/main" val="3394383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838200" y="611076"/>
            <a:ext cx="6273800" cy="833663"/>
          </a:xfrm>
          <a:solidFill>
            <a:schemeClr val="accent2">
              <a:lumMod val="50000"/>
            </a:schemeClr>
          </a:solidFill>
        </p:spPr>
        <p:txBody>
          <a:bodyPr tIns="108000" bIns="108000">
            <a:spAutoFit/>
          </a:bodyPr>
          <a:lstStyle>
            <a:lvl1pPr>
              <a:lnSpc>
                <a:spcPct val="100000"/>
              </a:lnSpc>
              <a:defRPr sz="4000"/>
            </a:lvl1pPr>
          </a:lstStyle>
          <a:p>
            <a:r>
              <a:rPr lang="en-US"/>
              <a:t>Click to edit Master title style</a:t>
            </a:r>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1825625"/>
            <a:ext cx="62738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83923665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ide">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838200" y="611077"/>
            <a:ext cx="6273800" cy="833663"/>
          </a:xfrm>
          <a:solidFill>
            <a:schemeClr val="accent2">
              <a:lumMod val="50000"/>
            </a:schemeClr>
          </a:solidFill>
        </p:spPr>
        <p:txBody>
          <a:bodyPr vert="horz" lIns="91440" tIns="108000" rIns="91440" bIns="108000" rtlCol="0" anchor="ctr">
            <a:spAutoFit/>
          </a:bodyPr>
          <a:lstStyle>
            <a:lvl1pPr>
              <a:defRPr lang="en-US" sz="400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1825625"/>
            <a:ext cx="10515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159457105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Right">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6D3C5ED2-B01D-4104-B193-BC78D76A4646}"/>
              </a:ext>
            </a:extLst>
          </p:cNvPr>
          <p:cNvSpPr>
            <a:spLocks noGrp="1"/>
          </p:cNvSpPr>
          <p:nvPr>
            <p:ph type="pic" idx="11" hasCustomPrompt="1"/>
          </p:nvPr>
        </p:nvSpPr>
        <p:spPr>
          <a:xfrm>
            <a:off x="0" y="0"/>
            <a:ext cx="6305550" cy="6721475"/>
          </a:xfrm>
          <a:noFill/>
        </p:spPr>
        <p:txBody>
          <a:bodyPr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Your Picture Here</a:t>
            </a:r>
          </a:p>
        </p:txBody>
      </p:sp>
      <p:sp>
        <p:nvSpPr>
          <p:cNvPr id="2" name="Title 1">
            <a:extLst>
              <a:ext uri="{FF2B5EF4-FFF2-40B4-BE49-F238E27FC236}">
                <a16:creationId xmlns:a16="http://schemas.microsoft.com/office/drawing/2014/main" id="{FE91AD08-4E28-4191-9B62-EAD61608E5CF}"/>
              </a:ext>
            </a:extLst>
          </p:cNvPr>
          <p:cNvSpPr>
            <a:spLocks noGrp="1"/>
          </p:cNvSpPr>
          <p:nvPr>
            <p:ph type="title" hasCustomPrompt="1"/>
          </p:nvPr>
        </p:nvSpPr>
        <p:spPr>
          <a:xfrm>
            <a:off x="6657974" y="611077"/>
            <a:ext cx="4695825" cy="833663"/>
          </a:xfrm>
          <a:solidFill>
            <a:schemeClr val="accent2">
              <a:lumMod val="50000"/>
            </a:schemeClr>
          </a:solidFill>
        </p:spPr>
        <p:txBody>
          <a:bodyPr wrap="square" tIns="108000" bIns="108000">
            <a:spAutoFit/>
          </a:bodyPr>
          <a:lstStyle>
            <a:lvl1pPr>
              <a:lnSpc>
                <a:spcPct val="100000"/>
              </a:lnSpc>
              <a:defRPr sz="4000"/>
            </a:lvl1pPr>
          </a:lstStyle>
          <a:p>
            <a:r>
              <a:rPr lang="en-US" dirty="0"/>
              <a:t>Edit Master title style</a:t>
            </a:r>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6657974" y="1825625"/>
            <a:ext cx="4695826"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1797904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 Horizontal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0" y="1"/>
            <a:ext cx="4305300" cy="6721472"/>
          </a:xfrm>
          <a:gradFill>
            <a:gsLst>
              <a:gs pos="1000">
                <a:schemeClr val="tx1">
                  <a:lumMod val="85000"/>
                  <a:lumOff val="15000"/>
                </a:schemeClr>
              </a:gs>
              <a:gs pos="100000">
                <a:schemeClr val="accent2">
                  <a:lumMod val="50000"/>
                </a:schemeClr>
              </a:gs>
            </a:gsLst>
            <a:lin ang="12600000" scaled="0"/>
          </a:gradFill>
        </p:spPr>
        <p:txBody>
          <a:bodyPr vert="horz" lIns="396000" tIns="0" rIns="396000" bIns="0" rtlCol="0" anchor="ctr">
            <a:noAutofit/>
          </a:bodyPr>
          <a:lstStyle>
            <a:lvl1pPr algn="r">
              <a:lnSpc>
                <a:spcPct val="70000"/>
              </a:lnSpc>
              <a:defRPr lang="en-US" sz="5200" b="0" spc="-150" dirty="0"/>
            </a:lvl1pPr>
          </a:lstStyle>
          <a:p>
            <a:pPr lvl="0" algn="r"/>
            <a:r>
              <a:rPr lang="en-US"/>
              <a:t>Click to edit Master title style</a:t>
            </a:r>
            <a:endParaRPr lang="en-US" dirty="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4705350" y="365124"/>
            <a:ext cx="6648448" cy="5984875"/>
          </a:xfrm>
        </p:spPr>
        <p:txBody>
          <a:bodyPr lIns="108000" tIns="108000" rIns="108000" bIns="108000" anchor="ct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Slide Number Placeholder 13">
            <a:extLst>
              <a:ext uri="{FF2B5EF4-FFF2-40B4-BE49-F238E27FC236}">
                <a16:creationId xmlns:a16="http://schemas.microsoft.com/office/drawing/2014/main" id="{7746CAFB-2B99-470B-B55B-9BF378E3A04B}"/>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1160496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 Horizontal 2">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65237DA4-112F-40B2-8C8C-EB23506D9C45}"/>
              </a:ext>
            </a:extLst>
          </p:cNvPr>
          <p:cNvSpPr>
            <a:spLocks noGrp="1"/>
          </p:cNvSpPr>
          <p:nvPr>
            <p:ph type="title"/>
          </p:nvPr>
        </p:nvSpPr>
        <p:spPr>
          <a:xfrm>
            <a:off x="7512000" y="0"/>
            <a:ext cx="4680000" cy="6721473"/>
          </a:xfrm>
          <a:gradFill>
            <a:gsLst>
              <a:gs pos="1000">
                <a:schemeClr val="tx1">
                  <a:lumMod val="85000"/>
                  <a:lumOff val="15000"/>
                </a:schemeClr>
              </a:gs>
              <a:gs pos="100000">
                <a:schemeClr val="accent2">
                  <a:lumMod val="50000"/>
                </a:schemeClr>
              </a:gs>
            </a:gsLst>
            <a:lin ang="12600000" scaled="0"/>
          </a:gradFill>
        </p:spPr>
        <p:txBody>
          <a:bodyPr lIns="396000" rIns="396000">
            <a:normAutofit/>
          </a:bodyPr>
          <a:lstStyle>
            <a:lvl1pPr>
              <a:lnSpc>
                <a:spcPct val="70000"/>
              </a:lnSpc>
              <a:defRPr sz="5200" spc="-15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365124"/>
            <a:ext cx="6156323" cy="5984875"/>
          </a:xfrm>
        </p:spPr>
        <p:txBody>
          <a:bodyPr lIns="108000" tIns="108000" rIns="108000" bIns="108000"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13">
            <a:extLst>
              <a:ext uri="{FF2B5EF4-FFF2-40B4-BE49-F238E27FC236}">
                <a16:creationId xmlns:a16="http://schemas.microsoft.com/office/drawing/2014/main" id="{7746CAFB-2B99-470B-B55B-9BF378E3A04B}"/>
              </a:ext>
            </a:extLst>
          </p:cNvPr>
          <p:cNvSpPr>
            <a:spLocks noGrp="1"/>
          </p:cNvSpPr>
          <p:nvPr>
            <p:ph type="sldNum" sz="quarter" idx="10"/>
          </p:nvPr>
        </p:nvSpPr>
        <p:spPr>
          <a:solidFill>
            <a:schemeClr val="bg1">
              <a:lumMod val="85000"/>
            </a:schemeClr>
          </a:solidFill>
        </p:spPr>
        <p:txBody>
          <a:bodyPr/>
          <a:lstStyle>
            <a:lvl1pPr>
              <a:defRPr>
                <a:solidFill>
                  <a:schemeClr val="tx1">
                    <a:lumMod val="85000"/>
                    <a:lumOff val="15000"/>
                  </a:schemeClr>
                </a:solidFill>
              </a:defRPr>
            </a:lvl1p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64498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Horizontal 3">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
        <p:nvSpPr>
          <p:cNvPr id="5" name="Content Placeholder 2">
            <a:extLst>
              <a:ext uri="{FF2B5EF4-FFF2-40B4-BE49-F238E27FC236}">
                <a16:creationId xmlns:a16="http://schemas.microsoft.com/office/drawing/2014/main" id="{D68E6EF2-4B2F-4D0D-9505-CE92872972F7}"/>
              </a:ext>
            </a:extLst>
          </p:cNvPr>
          <p:cNvSpPr>
            <a:spLocks noGrp="1"/>
          </p:cNvSpPr>
          <p:nvPr>
            <p:ph idx="1"/>
          </p:nvPr>
        </p:nvSpPr>
        <p:spPr>
          <a:xfrm>
            <a:off x="4705350" y="611076"/>
            <a:ext cx="6648448" cy="5738923"/>
          </a:xfrm>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1">
            <a:extLst>
              <a:ext uri="{FF2B5EF4-FFF2-40B4-BE49-F238E27FC236}">
                <a16:creationId xmlns:a16="http://schemas.microsoft.com/office/drawing/2014/main" id="{D91A21B9-BA54-413B-940E-027C32E4D429}"/>
              </a:ext>
            </a:extLst>
          </p:cNvPr>
          <p:cNvSpPr>
            <a:spLocks noGrp="1"/>
          </p:cNvSpPr>
          <p:nvPr>
            <p:ph type="title"/>
          </p:nvPr>
        </p:nvSpPr>
        <p:spPr>
          <a:xfrm>
            <a:off x="838200" y="611076"/>
            <a:ext cx="3440502" cy="2064769"/>
          </a:xfrm>
          <a:solidFill>
            <a:schemeClr val="accent2">
              <a:lumMod val="50000"/>
            </a:schemeClr>
          </a:solidFill>
        </p:spPr>
        <p:txBody>
          <a:bodyPr wrap="square" tIns="108000" bIns="108000" anchor="t">
            <a:spAutoFit/>
          </a:bodyPr>
          <a:lstStyle>
            <a:lvl1pPr>
              <a:lnSpc>
                <a:spcPct val="100000"/>
              </a:lnSpc>
              <a:defRPr sz="4000"/>
            </a:lvl1pPr>
          </a:lstStyle>
          <a:p>
            <a:r>
              <a:rPr lang="en-US"/>
              <a:t>Click to edit Master title style</a:t>
            </a:r>
            <a:endParaRPr lang="en-US" dirty="0"/>
          </a:p>
        </p:txBody>
      </p:sp>
    </p:spTree>
    <p:extLst>
      <p:ext uri="{BB962C8B-B14F-4D97-AF65-F5344CB8AC3E}">
        <p14:creationId xmlns:p14="http://schemas.microsoft.com/office/powerpoint/2010/main" val="361005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2BDA7-8BE9-42D5-ACF1-0F51423A20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CEF73F-3CCA-4312-8E9C-2B4629DA1F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Slide Number Placeholder 3">
            <a:extLst>
              <a:ext uri="{FF2B5EF4-FFF2-40B4-BE49-F238E27FC236}">
                <a16:creationId xmlns:a16="http://schemas.microsoft.com/office/drawing/2014/main" id="{293BF716-502C-4821-A3A0-19C2C508EED1}"/>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2665983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AB651-5612-4E6A-9B35-A555D082EC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1389A2-D77B-40CA-AD1E-0178AEFAD15A}"/>
              </a:ext>
            </a:extLst>
          </p:cNvPr>
          <p:cNvSpPr>
            <a:spLocks noGrp="1"/>
          </p:cNvSpPr>
          <p:nvPr>
            <p:ph sz="half" idx="1"/>
          </p:nvPr>
        </p:nvSpPr>
        <p:spPr>
          <a:xfrm>
            <a:off x="838200" y="1825625"/>
            <a:ext cx="5181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1DCA993-CBEA-48C5-BD35-50ABDFF64065}"/>
              </a:ext>
            </a:extLst>
          </p:cNvPr>
          <p:cNvSpPr>
            <a:spLocks noGrp="1"/>
          </p:cNvSpPr>
          <p:nvPr>
            <p:ph sz="half" idx="2"/>
          </p:nvPr>
        </p:nvSpPr>
        <p:spPr>
          <a:xfrm>
            <a:off x="6172200" y="1825625"/>
            <a:ext cx="5181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a:extLst>
              <a:ext uri="{FF2B5EF4-FFF2-40B4-BE49-F238E27FC236}">
                <a16:creationId xmlns:a16="http://schemas.microsoft.com/office/drawing/2014/main" id="{B88ED8E0-95EC-469F-9B7E-562FBDFDE6C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646344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6F88-2A37-410D-A685-E455AF3D07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764B46-B015-44F7-8DC0-AFB8D275E4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3C8232-2077-497A-9142-B787E2B03A73}"/>
              </a:ext>
            </a:extLst>
          </p:cNvPr>
          <p:cNvSpPr>
            <a:spLocks noGrp="1"/>
          </p:cNvSpPr>
          <p:nvPr>
            <p:ph sz="half" idx="2"/>
          </p:nvPr>
        </p:nvSpPr>
        <p:spPr>
          <a:xfrm>
            <a:off x="839788" y="2505075"/>
            <a:ext cx="5157787"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AF6077C-D913-4FD0-B6E0-6D70BEFD40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905DBB-3AA9-4435-AC97-732293FDE7EF}"/>
              </a:ext>
            </a:extLst>
          </p:cNvPr>
          <p:cNvSpPr>
            <a:spLocks noGrp="1"/>
          </p:cNvSpPr>
          <p:nvPr>
            <p:ph sz="quarter" idx="4"/>
          </p:nvPr>
        </p:nvSpPr>
        <p:spPr>
          <a:xfrm>
            <a:off x="6172200" y="2505075"/>
            <a:ext cx="5183188"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1954C901-FCAF-4DFB-A621-6A969641CA73}"/>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2292145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F2623-2255-4BBA-9577-B3A3FD2AE8E8}"/>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5259F0F0-5E7C-4FC9-8E90-6ADCD7A714B6}"/>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105532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9D3FFB-BE14-4D90-A515-10EDD1BEE6F1}"/>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6276739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51E51-BE82-4B1B-9CB6-89C26464DB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CCBF8C-3CF7-47E6-9AB0-15584178B4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D07DA3C-0298-45CF-AFC3-41031C0763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F7C4FF87-D01E-416B-9EF8-E107C4EDDC42}"/>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98533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8E4AFE-E166-4B84-B0C8-9205038D8033}"/>
              </a:ext>
            </a:extLst>
          </p:cNvPr>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flipV="1">
            <a:off x="0" y="0"/>
            <a:ext cx="12192000" cy="6858000"/>
          </a:xfrm>
          <a:prstGeom prst="rect">
            <a:avLst/>
          </a:prstGeom>
        </p:spPr>
      </p:pic>
      <p:sp>
        <p:nvSpPr>
          <p:cNvPr id="2" name="Title Placeholder 1">
            <a:extLst>
              <a:ext uri="{FF2B5EF4-FFF2-40B4-BE49-F238E27FC236}">
                <a16:creationId xmlns:a16="http://schemas.microsoft.com/office/drawing/2014/main" id="{6C617517-B672-49BA-AC6E-AB66D0639A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C92C27-7843-4B22-9200-B7304E6AE4CD}"/>
              </a:ext>
            </a:extLst>
          </p:cNvPr>
          <p:cNvSpPr>
            <a:spLocks noGrp="1"/>
          </p:cNvSpPr>
          <p:nvPr>
            <p:ph type="body" idx="1"/>
          </p:nvPr>
        </p:nvSpPr>
        <p:spPr>
          <a:xfrm>
            <a:off x="838200" y="1825625"/>
            <a:ext cx="1051559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2DB4F10-F75B-41A8-B994-BFF68949E59A}"/>
              </a:ext>
            </a:extLst>
          </p:cNvPr>
          <p:cNvSpPr>
            <a:spLocks noGrp="1"/>
          </p:cNvSpPr>
          <p:nvPr>
            <p:ph type="sldNum" sz="quarter" idx="4"/>
          </p:nvPr>
        </p:nvSpPr>
        <p:spPr>
          <a:xfrm>
            <a:off x="11353800" y="6361475"/>
            <a:ext cx="838200" cy="360000"/>
          </a:xfrm>
          <a:prstGeom prst="rect">
            <a:avLst/>
          </a:prstGeom>
          <a:solidFill>
            <a:schemeClr val="tx1">
              <a:lumMod val="85000"/>
              <a:lumOff val="15000"/>
            </a:schemeClr>
          </a:solidFill>
        </p:spPr>
        <p:txBody>
          <a:bodyPr vert="horz" lIns="91440" tIns="45720" rIns="91440" bIns="45720" rtlCol="0" anchor="ctr"/>
          <a:lstStyle>
            <a:lvl1pPr algn="ctr">
              <a:defRPr sz="1200">
                <a:solidFill>
                  <a:schemeClr val="bg1"/>
                </a:solidFill>
              </a:defRPr>
            </a:lvl1pPr>
          </a:lstStyle>
          <a:p>
            <a:r>
              <a:rPr lang="en-US" dirty="0"/>
              <a:t>PAGE </a:t>
            </a:r>
            <a:fld id="{4A9B5881-4007-4345-955A-79C2656F0C49}" type="slidenum">
              <a:rPr lang="en-US" smtClean="0"/>
              <a:pPr/>
              <a:t>‹#›</a:t>
            </a:fld>
            <a:endParaRPr lang="en-US" dirty="0"/>
          </a:p>
        </p:txBody>
      </p:sp>
      <p:sp>
        <p:nvSpPr>
          <p:cNvPr id="7" name="Rectangle 6">
            <a:extLst>
              <a:ext uri="{FF2B5EF4-FFF2-40B4-BE49-F238E27FC236}">
                <a16:creationId xmlns:a16="http://schemas.microsoft.com/office/drawing/2014/main" id="{512D21E2-8DEB-4F43-A26E-B8DA900A9230}"/>
              </a:ext>
            </a:extLst>
          </p:cNvPr>
          <p:cNvSpPr/>
          <p:nvPr userDrawn="1"/>
        </p:nvSpPr>
        <p:spPr>
          <a:xfrm>
            <a:off x="0" y="6721475"/>
            <a:ext cx="12192000" cy="136525"/>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5CD3143-7FD1-40EA-AA4A-47C72380AEC2}"/>
              </a:ext>
            </a:extLst>
          </p:cNvPr>
          <p:cNvSpPr/>
          <p:nvPr userDrawn="1"/>
        </p:nvSpPr>
        <p:spPr>
          <a:xfrm>
            <a:off x="11353798" y="6721474"/>
            <a:ext cx="838201" cy="1365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53920126"/>
      </p:ext>
    </p:extLst>
  </p:cSld>
  <p:clrMap bg1="lt1" tx1="dk1" bg2="lt2" tx2="dk2" accent1="accent1" accent2="accent2" accent3="accent3" accent4="accent4" accent5="accent5" accent6="accent6" hlink="hlink" folHlink="folHlink"/>
  <p:sldLayoutIdLst>
    <p:sldLayoutId id="2147483661" r:id="rId1"/>
    <p:sldLayoutId id="2147483659" r:id="rId2"/>
    <p:sldLayoutId id="2147483660" r:id="rId3"/>
    <p:sldLayoutId id="2147483665" r:id="rId4"/>
    <p:sldLayoutId id="2147483666" r:id="rId5"/>
    <p:sldLayoutId id="2147483650" r:id="rId6"/>
    <p:sldLayoutId id="2147483663" r:id="rId7"/>
    <p:sldLayoutId id="2147483664" r:id="rId8"/>
    <p:sldLayoutId id="2147483651" r:id="rId9"/>
    <p:sldLayoutId id="2147483652" r:id="rId10"/>
    <p:sldLayoutId id="2147483653" r:id="rId11"/>
    <p:sldLayoutId id="2147483654" r:id="rId12"/>
    <p:sldLayoutId id="2147483655" r:id="rId13"/>
    <p:sldLayoutId id="2147483656" r:id="rId14"/>
  </p:sldLayoutIdLst>
  <p:hf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png"/><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png"/><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png"/><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ADD5F26-090A-5B56-B708-450AEF398F29}"/>
              </a:ext>
            </a:extLst>
          </p:cNvPr>
          <p:cNvSpPr>
            <a:spLocks noGrp="1"/>
          </p:cNvSpPr>
          <p:nvPr>
            <p:ph type="title"/>
          </p:nvPr>
        </p:nvSpPr>
        <p:spPr>
          <a:xfrm>
            <a:off x="838200" y="641855"/>
            <a:ext cx="6273800" cy="772107"/>
          </a:xfrm>
        </p:spPr>
        <p:txBody>
          <a:bodyPr/>
          <a:lstStyle/>
          <a:p>
            <a:r>
              <a:rPr lang="en-GB" b="1" dirty="0"/>
              <a:t>OSPF in Short</a:t>
            </a:r>
            <a:endParaRPr lang="en-US" b="1" dirty="0"/>
          </a:p>
        </p:txBody>
      </p:sp>
      <p:sp>
        <p:nvSpPr>
          <p:cNvPr id="6" name="Content Placeholder 5">
            <a:extLst>
              <a:ext uri="{FF2B5EF4-FFF2-40B4-BE49-F238E27FC236}">
                <a16:creationId xmlns:a16="http://schemas.microsoft.com/office/drawing/2014/main" id="{FC2866A5-ADC0-7102-E6C5-AC98F02C1C64}"/>
              </a:ext>
            </a:extLst>
          </p:cNvPr>
          <p:cNvSpPr>
            <a:spLocks noGrp="1"/>
          </p:cNvSpPr>
          <p:nvPr>
            <p:ph idx="1"/>
          </p:nvPr>
        </p:nvSpPr>
        <p:spPr/>
        <p:txBody>
          <a:bodyPr>
            <a:normAutofit fontScale="92500" lnSpcReduction="20000"/>
          </a:bodyPr>
          <a:lstStyle/>
          <a:p>
            <a:pPr lvl="1"/>
            <a:r>
              <a:rPr lang="en-US" dirty="0"/>
              <a:t>Routing information is shared through Link-state updates (LSAs)</a:t>
            </a:r>
          </a:p>
          <a:p>
            <a:pPr lvl="1"/>
            <a:r>
              <a:rPr lang="en-US" dirty="0"/>
              <a:t>It’s a link state protocol</a:t>
            </a:r>
          </a:p>
          <a:p>
            <a:pPr lvl="1"/>
            <a:r>
              <a:rPr lang="en-US" dirty="0"/>
              <a:t>It uses SPF (shortest path first) or </a:t>
            </a:r>
            <a:r>
              <a:rPr lang="en-US" dirty="0" err="1"/>
              <a:t>dijkistra</a:t>
            </a:r>
            <a:r>
              <a:rPr lang="en-US" dirty="0"/>
              <a:t> algorithm</a:t>
            </a:r>
          </a:p>
          <a:p>
            <a:pPr lvl="1"/>
            <a:r>
              <a:rPr lang="en-US" dirty="0"/>
              <a:t>Unlimited hop count</a:t>
            </a:r>
          </a:p>
          <a:p>
            <a:pPr lvl="1"/>
            <a:r>
              <a:rPr lang="en-US" dirty="0"/>
              <a:t>Metric is cost (cost=10 ^8/B.W.)</a:t>
            </a:r>
          </a:p>
          <a:p>
            <a:pPr lvl="1"/>
            <a:r>
              <a:rPr lang="en-US" dirty="0"/>
              <a:t>Administrative distance is 110</a:t>
            </a:r>
          </a:p>
          <a:p>
            <a:pPr lvl="1"/>
            <a:r>
              <a:rPr lang="en-US" dirty="0"/>
              <a:t>It is a classless routing protocol. It sends the subnet mask in the routing update.</a:t>
            </a:r>
          </a:p>
          <a:p>
            <a:pPr lvl="1"/>
            <a:r>
              <a:rPr lang="en-US" dirty="0"/>
              <a:t>It supports VLSM and CIDR</a:t>
            </a:r>
          </a:p>
          <a:p>
            <a:pPr lvl="1"/>
            <a:r>
              <a:rPr lang="en-US" dirty="0"/>
              <a:t>It supports only equal cost load balancing</a:t>
            </a:r>
          </a:p>
          <a:p>
            <a:pPr lvl="1"/>
            <a:r>
              <a:rPr lang="en-US" dirty="0"/>
              <a:t>Introduces the concept of Area’s to ease management and control traffic</a:t>
            </a:r>
          </a:p>
          <a:p>
            <a:pPr lvl="1"/>
            <a:r>
              <a:rPr lang="en-US" dirty="0"/>
              <a:t>Provides hierarchical network design with multiple different areas</a:t>
            </a:r>
          </a:p>
          <a:p>
            <a:pPr lvl="1"/>
            <a:r>
              <a:rPr lang="en-US" dirty="0"/>
              <a:t>Must have one area called as area 0</a:t>
            </a:r>
          </a:p>
          <a:p>
            <a:pPr lvl="1"/>
            <a:r>
              <a:rPr lang="en-US" dirty="0"/>
              <a:t>All the areas must connect to area 0</a:t>
            </a:r>
          </a:p>
          <a:p>
            <a:pPr lvl="1"/>
            <a:r>
              <a:rPr lang="en-US" dirty="0"/>
              <a:t>Scales better than Distance Vector Routing protocols.</a:t>
            </a:r>
          </a:p>
          <a:p>
            <a:pPr lvl="1"/>
            <a:r>
              <a:rPr lang="en-US" dirty="0"/>
              <a:t>Supports Authentication</a:t>
            </a:r>
          </a:p>
          <a:p>
            <a:pPr lvl="1"/>
            <a:r>
              <a:rPr lang="en-US" dirty="0"/>
              <a:t>Updates are sent through multicast address 224.0.0.5</a:t>
            </a:r>
          </a:p>
          <a:p>
            <a:pPr lvl="1"/>
            <a:r>
              <a:rPr lang="en-US" dirty="0"/>
              <a:t>Faster convergence.</a:t>
            </a:r>
          </a:p>
        </p:txBody>
      </p:sp>
      <p:sp>
        <p:nvSpPr>
          <p:cNvPr id="4" name="Slide Number Placeholder 3">
            <a:extLst>
              <a:ext uri="{FF2B5EF4-FFF2-40B4-BE49-F238E27FC236}">
                <a16:creationId xmlns:a16="http://schemas.microsoft.com/office/drawing/2014/main" id="{56635F16-00DF-C5BA-BA33-7CEA72B647D8}"/>
              </a:ext>
            </a:extLst>
          </p:cNvPr>
          <p:cNvSpPr>
            <a:spLocks noGrp="1"/>
          </p:cNvSpPr>
          <p:nvPr>
            <p:ph type="sldNum" sz="quarter" idx="10"/>
          </p:nvPr>
        </p:nvSpPr>
        <p:spPr/>
        <p:txBody>
          <a:bodyPr/>
          <a:lstStyle/>
          <a:p>
            <a:r>
              <a:rPr lang="en-US"/>
              <a:t>PAGE </a:t>
            </a:r>
            <a:fld id="{4A9B5881-4007-4345-955A-79C2656F0C49}" type="slidenum">
              <a:rPr lang="en-US" smtClean="0"/>
              <a:pPr/>
              <a:t>1</a:t>
            </a:fld>
            <a:endParaRPr lang="en-US" dirty="0"/>
          </a:p>
        </p:txBody>
      </p:sp>
      <p:grpSp>
        <p:nvGrpSpPr>
          <p:cNvPr id="9" name="Group 8">
            <a:extLst>
              <a:ext uri="{FF2B5EF4-FFF2-40B4-BE49-F238E27FC236}">
                <a16:creationId xmlns:a16="http://schemas.microsoft.com/office/drawing/2014/main" id="{DFBC54D0-61F6-7AB7-4058-1E6DD77BE89C}"/>
              </a:ext>
            </a:extLst>
          </p:cNvPr>
          <p:cNvGrpSpPr/>
          <p:nvPr/>
        </p:nvGrpSpPr>
        <p:grpSpPr>
          <a:xfrm>
            <a:off x="11316372" y="4381629"/>
            <a:ext cx="821280" cy="1813283"/>
            <a:chOff x="11316372" y="4381629"/>
            <a:chExt cx="821280" cy="1813283"/>
          </a:xfrm>
        </p:grpSpPr>
        <p:pic>
          <p:nvPicPr>
            <p:cNvPr id="3" name="Picture 2">
              <a:extLst>
                <a:ext uri="{FF2B5EF4-FFF2-40B4-BE49-F238E27FC236}">
                  <a16:creationId xmlns:a16="http://schemas.microsoft.com/office/drawing/2014/main" id="{B96AA8E0-C492-71FF-06E3-427F15314A51}"/>
                </a:ext>
              </a:extLst>
            </p:cNvPr>
            <p:cNvPicPr>
              <a:picLocks noChangeAspect="1"/>
            </p:cNvPicPr>
            <p:nvPr/>
          </p:nvPicPr>
          <p:blipFill>
            <a:blip r:embed="rId2"/>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a:extLst>
                <a:ext uri="{FF2B5EF4-FFF2-40B4-BE49-F238E27FC236}">
                  <a16:creationId xmlns:a16="http://schemas.microsoft.com/office/drawing/2014/main" id="{21B19233-05C7-BE93-D29F-1651EF4029D2}"/>
                </a:ext>
              </a:extLst>
            </p:cNvPr>
            <p:cNvPicPr>
              <a:picLocks noChangeAspect="1"/>
            </p:cNvPicPr>
            <p:nvPr/>
          </p:nvPicPr>
          <p:blipFill>
            <a:blip r:embed="rId3"/>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descr="Logo&#10;&#10;Description automatically generated">
              <a:extLst>
                <a:ext uri="{FF2B5EF4-FFF2-40B4-BE49-F238E27FC236}">
                  <a16:creationId xmlns:a16="http://schemas.microsoft.com/office/drawing/2014/main" id="{D223F522-B700-0510-59BF-24366310B9DF}"/>
                </a:ext>
              </a:extLst>
            </p:cNvPr>
            <p:cNvPicPr>
              <a:picLocks noChangeAspect="1"/>
            </p:cNvPicPr>
            <p:nvPr/>
          </p:nvPicPr>
          <p:blipFill>
            <a:blip r:embed="rId4"/>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126486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199BE-AD4B-1B84-F5B7-AE3B955F9073}"/>
              </a:ext>
            </a:extLst>
          </p:cNvPr>
          <p:cNvSpPr>
            <a:spLocks noGrp="1"/>
          </p:cNvSpPr>
          <p:nvPr>
            <p:ph type="title"/>
          </p:nvPr>
        </p:nvSpPr>
        <p:spPr>
          <a:xfrm>
            <a:off x="838200" y="641855"/>
            <a:ext cx="6273800" cy="772107"/>
          </a:xfrm>
        </p:spPr>
        <p:txBody>
          <a:bodyPr/>
          <a:lstStyle/>
          <a:p>
            <a:r>
              <a:rPr lang="en-GB" dirty="0"/>
              <a:t>OSPF Intro</a:t>
            </a:r>
            <a:endParaRPr lang="en-US" dirty="0"/>
          </a:p>
        </p:txBody>
      </p:sp>
      <p:pic>
        <p:nvPicPr>
          <p:cNvPr id="5" name="Content Placeholder 4">
            <a:extLst>
              <a:ext uri="{FF2B5EF4-FFF2-40B4-BE49-F238E27FC236}">
                <a16:creationId xmlns:a16="http://schemas.microsoft.com/office/drawing/2014/main" id="{CE450734-2BF1-3640-C2D4-D13966F5F915}"/>
              </a:ext>
            </a:extLst>
          </p:cNvPr>
          <p:cNvPicPr>
            <a:picLocks noGrp="1" noChangeAspect="1"/>
          </p:cNvPicPr>
          <p:nvPr>
            <p:ph idx="1"/>
          </p:nvPr>
        </p:nvPicPr>
        <p:blipFill>
          <a:blip r:embed="rId2">
            <a:duotone>
              <a:schemeClr val="accent2">
                <a:shade val="45000"/>
                <a:satMod val="135000"/>
              </a:schemeClr>
              <a:prstClr val="white"/>
            </a:duotone>
          </a:blip>
          <a:stretch>
            <a:fillRect/>
          </a:stretch>
        </p:blipFill>
        <p:spPr>
          <a:xfrm>
            <a:off x="1352367" y="1704931"/>
            <a:ext cx="5184307" cy="4065937"/>
          </a:xfrm>
          <a:prstGeom prst="rect">
            <a:avLst/>
          </a:prstGeom>
        </p:spPr>
      </p:pic>
      <p:sp>
        <p:nvSpPr>
          <p:cNvPr id="4" name="Slide Number Placeholder 3">
            <a:extLst>
              <a:ext uri="{FF2B5EF4-FFF2-40B4-BE49-F238E27FC236}">
                <a16:creationId xmlns:a16="http://schemas.microsoft.com/office/drawing/2014/main" id="{6BFFA398-6050-5EFA-EB45-F362315D50E0}"/>
              </a:ext>
            </a:extLst>
          </p:cNvPr>
          <p:cNvSpPr>
            <a:spLocks noGrp="1"/>
          </p:cNvSpPr>
          <p:nvPr>
            <p:ph type="sldNum" sz="quarter" idx="10"/>
          </p:nvPr>
        </p:nvSpPr>
        <p:spPr/>
        <p:txBody>
          <a:bodyPr/>
          <a:lstStyle/>
          <a:p>
            <a:r>
              <a:rPr lang="en-US"/>
              <a:t>PAGE </a:t>
            </a:r>
            <a:fld id="{4A9B5881-4007-4345-955A-79C2656F0C49}" type="slidenum">
              <a:rPr lang="en-US" smtClean="0"/>
              <a:pPr/>
              <a:t>2</a:t>
            </a:fld>
            <a:endParaRPr lang="en-US" dirty="0"/>
          </a:p>
        </p:txBody>
      </p:sp>
      <p:pic>
        <p:nvPicPr>
          <p:cNvPr id="6" name="Picture 5">
            <a:extLst>
              <a:ext uri="{FF2B5EF4-FFF2-40B4-BE49-F238E27FC236}">
                <a16:creationId xmlns:a16="http://schemas.microsoft.com/office/drawing/2014/main" id="{5B443346-DCE0-6B74-6995-279AA0242D65}"/>
              </a:ext>
            </a:extLst>
          </p:cNvPr>
          <p:cNvPicPr>
            <a:picLocks noChangeAspect="1"/>
          </p:cNvPicPr>
          <p:nvPr/>
        </p:nvPicPr>
        <p:blipFill>
          <a:blip r:embed="rId3">
            <a:duotone>
              <a:schemeClr val="accent2">
                <a:shade val="45000"/>
                <a:satMod val="135000"/>
              </a:schemeClr>
              <a:prstClr val="white"/>
            </a:duotone>
          </a:blip>
          <a:stretch>
            <a:fillRect/>
          </a:stretch>
        </p:blipFill>
        <p:spPr>
          <a:xfrm>
            <a:off x="6536674" y="1704930"/>
            <a:ext cx="4628913" cy="4065937"/>
          </a:xfrm>
          <a:prstGeom prst="rect">
            <a:avLst/>
          </a:prstGeom>
        </p:spPr>
      </p:pic>
      <p:grpSp>
        <p:nvGrpSpPr>
          <p:cNvPr id="7" name="Group 6">
            <a:extLst>
              <a:ext uri="{FF2B5EF4-FFF2-40B4-BE49-F238E27FC236}">
                <a16:creationId xmlns:a16="http://schemas.microsoft.com/office/drawing/2014/main" id="{6A0DE439-28D7-75DC-6030-100E3CE6395A}"/>
              </a:ext>
            </a:extLst>
          </p:cNvPr>
          <p:cNvGrpSpPr/>
          <p:nvPr/>
        </p:nvGrpSpPr>
        <p:grpSpPr>
          <a:xfrm>
            <a:off x="11316372" y="4381629"/>
            <a:ext cx="821280" cy="1813283"/>
            <a:chOff x="11316372" y="4381629"/>
            <a:chExt cx="821280" cy="1813283"/>
          </a:xfrm>
        </p:grpSpPr>
        <p:pic>
          <p:nvPicPr>
            <p:cNvPr id="8" name="Picture 7">
              <a:extLst>
                <a:ext uri="{FF2B5EF4-FFF2-40B4-BE49-F238E27FC236}">
                  <a16:creationId xmlns:a16="http://schemas.microsoft.com/office/drawing/2014/main" id="{A78DD1BD-F428-8017-E4CA-715202BCBA09}"/>
                </a:ext>
              </a:extLst>
            </p:cNvPr>
            <p:cNvPicPr>
              <a:picLocks noChangeAspect="1"/>
            </p:cNvPicPr>
            <p:nvPr/>
          </p:nvPicPr>
          <p:blipFill>
            <a:blip r:embed="rId4"/>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a:extLst>
                <a:ext uri="{FF2B5EF4-FFF2-40B4-BE49-F238E27FC236}">
                  <a16:creationId xmlns:a16="http://schemas.microsoft.com/office/drawing/2014/main" id="{BA516674-A40D-70B5-741B-A58720DC584F}"/>
                </a:ext>
              </a:extLst>
            </p:cNvPr>
            <p:cNvPicPr>
              <a:picLocks noChangeAspect="1"/>
            </p:cNvPicPr>
            <p:nvPr/>
          </p:nvPicPr>
          <p:blipFill>
            <a:blip r:embed="rId5"/>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Picture 9" descr="Logo&#10;&#10;Description automatically generated">
              <a:extLst>
                <a:ext uri="{FF2B5EF4-FFF2-40B4-BE49-F238E27FC236}">
                  <a16:creationId xmlns:a16="http://schemas.microsoft.com/office/drawing/2014/main" id="{66950B75-0539-5FE1-A541-069D8B5146AB}"/>
                </a:ext>
              </a:extLst>
            </p:cNvPr>
            <p:cNvPicPr>
              <a:picLocks noChangeAspect="1"/>
            </p:cNvPicPr>
            <p:nvPr/>
          </p:nvPicPr>
          <p:blipFill>
            <a:blip r:embed="rId6"/>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42108043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3AF70-E693-C218-C978-F046220EDEBF}"/>
              </a:ext>
            </a:extLst>
          </p:cNvPr>
          <p:cNvSpPr>
            <a:spLocks noGrp="1"/>
          </p:cNvSpPr>
          <p:nvPr>
            <p:ph type="title"/>
          </p:nvPr>
        </p:nvSpPr>
        <p:spPr>
          <a:xfrm>
            <a:off x="838200" y="641855"/>
            <a:ext cx="6273800" cy="772107"/>
          </a:xfrm>
        </p:spPr>
        <p:txBody>
          <a:bodyPr/>
          <a:lstStyle/>
          <a:p>
            <a:r>
              <a:rPr lang="en-GB" dirty="0"/>
              <a:t>OSPF intro(Cont.)</a:t>
            </a:r>
            <a:endParaRPr lang="en-US" dirty="0"/>
          </a:p>
        </p:txBody>
      </p:sp>
      <p:pic>
        <p:nvPicPr>
          <p:cNvPr id="5" name="Content Placeholder 4">
            <a:extLst>
              <a:ext uri="{FF2B5EF4-FFF2-40B4-BE49-F238E27FC236}">
                <a16:creationId xmlns:a16="http://schemas.microsoft.com/office/drawing/2014/main" id="{AC5DB13A-A1EC-4BE7-4008-BBD39E04E20A}"/>
              </a:ext>
            </a:extLst>
          </p:cNvPr>
          <p:cNvPicPr>
            <a:picLocks noGrp="1" noChangeAspect="1"/>
          </p:cNvPicPr>
          <p:nvPr>
            <p:ph idx="1"/>
          </p:nvPr>
        </p:nvPicPr>
        <p:blipFill>
          <a:blip r:embed="rId2">
            <a:duotone>
              <a:schemeClr val="accent2">
                <a:shade val="45000"/>
                <a:satMod val="135000"/>
              </a:schemeClr>
              <a:prstClr val="white"/>
            </a:duotone>
          </a:blip>
          <a:stretch>
            <a:fillRect/>
          </a:stretch>
        </p:blipFill>
        <p:spPr>
          <a:xfrm>
            <a:off x="1430519" y="1693422"/>
            <a:ext cx="4351338" cy="4351338"/>
          </a:xfrm>
          <a:prstGeom prst="rect">
            <a:avLst/>
          </a:prstGeom>
        </p:spPr>
      </p:pic>
      <p:sp>
        <p:nvSpPr>
          <p:cNvPr id="4" name="Slide Number Placeholder 3">
            <a:extLst>
              <a:ext uri="{FF2B5EF4-FFF2-40B4-BE49-F238E27FC236}">
                <a16:creationId xmlns:a16="http://schemas.microsoft.com/office/drawing/2014/main" id="{2A81C2DB-4E49-3A47-A6C4-A876EB2501FA}"/>
              </a:ext>
            </a:extLst>
          </p:cNvPr>
          <p:cNvSpPr>
            <a:spLocks noGrp="1"/>
          </p:cNvSpPr>
          <p:nvPr>
            <p:ph type="sldNum" sz="quarter" idx="10"/>
          </p:nvPr>
        </p:nvSpPr>
        <p:spPr/>
        <p:txBody>
          <a:bodyPr/>
          <a:lstStyle/>
          <a:p>
            <a:r>
              <a:rPr lang="en-US"/>
              <a:t>PAGE </a:t>
            </a:r>
            <a:fld id="{4A9B5881-4007-4345-955A-79C2656F0C49}" type="slidenum">
              <a:rPr lang="en-US" smtClean="0"/>
              <a:pPr/>
              <a:t>3</a:t>
            </a:fld>
            <a:endParaRPr lang="en-US" dirty="0"/>
          </a:p>
        </p:txBody>
      </p:sp>
      <p:pic>
        <p:nvPicPr>
          <p:cNvPr id="6" name="Picture 5">
            <a:extLst>
              <a:ext uri="{FF2B5EF4-FFF2-40B4-BE49-F238E27FC236}">
                <a16:creationId xmlns:a16="http://schemas.microsoft.com/office/drawing/2014/main" id="{C3525C30-4875-65AD-9BC9-1567E591FA96}"/>
              </a:ext>
            </a:extLst>
          </p:cNvPr>
          <p:cNvPicPr>
            <a:picLocks noChangeAspect="1"/>
          </p:cNvPicPr>
          <p:nvPr/>
        </p:nvPicPr>
        <p:blipFill>
          <a:blip r:embed="rId3">
            <a:duotone>
              <a:schemeClr val="accent2">
                <a:shade val="45000"/>
                <a:satMod val="135000"/>
              </a:schemeClr>
              <a:prstClr val="white"/>
            </a:duotone>
          </a:blip>
          <a:stretch>
            <a:fillRect/>
          </a:stretch>
        </p:blipFill>
        <p:spPr>
          <a:xfrm>
            <a:off x="5781857" y="1693422"/>
            <a:ext cx="4351338" cy="4351338"/>
          </a:xfrm>
          <a:prstGeom prst="rect">
            <a:avLst/>
          </a:prstGeom>
        </p:spPr>
      </p:pic>
      <p:grpSp>
        <p:nvGrpSpPr>
          <p:cNvPr id="7" name="Group 6">
            <a:extLst>
              <a:ext uri="{FF2B5EF4-FFF2-40B4-BE49-F238E27FC236}">
                <a16:creationId xmlns:a16="http://schemas.microsoft.com/office/drawing/2014/main" id="{E6ABF02C-0CD5-5F55-5D13-F701309A0DB7}"/>
              </a:ext>
            </a:extLst>
          </p:cNvPr>
          <p:cNvGrpSpPr/>
          <p:nvPr/>
        </p:nvGrpSpPr>
        <p:grpSpPr>
          <a:xfrm>
            <a:off x="11316372" y="4381629"/>
            <a:ext cx="821280" cy="1813283"/>
            <a:chOff x="11316372" y="4381629"/>
            <a:chExt cx="821280" cy="1813283"/>
          </a:xfrm>
        </p:grpSpPr>
        <p:pic>
          <p:nvPicPr>
            <p:cNvPr id="8" name="Picture 7">
              <a:extLst>
                <a:ext uri="{FF2B5EF4-FFF2-40B4-BE49-F238E27FC236}">
                  <a16:creationId xmlns:a16="http://schemas.microsoft.com/office/drawing/2014/main" id="{1FE90BF6-9E74-7CAF-BE44-217631D489A1}"/>
                </a:ext>
              </a:extLst>
            </p:cNvPr>
            <p:cNvPicPr>
              <a:picLocks noChangeAspect="1"/>
            </p:cNvPicPr>
            <p:nvPr/>
          </p:nvPicPr>
          <p:blipFill>
            <a:blip r:embed="rId4"/>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a:extLst>
                <a:ext uri="{FF2B5EF4-FFF2-40B4-BE49-F238E27FC236}">
                  <a16:creationId xmlns:a16="http://schemas.microsoft.com/office/drawing/2014/main" id="{5F6D1E53-7FD2-A800-F991-4CE9D16294DF}"/>
                </a:ext>
              </a:extLst>
            </p:cNvPr>
            <p:cNvPicPr>
              <a:picLocks noChangeAspect="1"/>
            </p:cNvPicPr>
            <p:nvPr/>
          </p:nvPicPr>
          <p:blipFill>
            <a:blip r:embed="rId5"/>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Picture 9" descr="Logo&#10;&#10;Description automatically generated">
              <a:extLst>
                <a:ext uri="{FF2B5EF4-FFF2-40B4-BE49-F238E27FC236}">
                  <a16:creationId xmlns:a16="http://schemas.microsoft.com/office/drawing/2014/main" id="{226A159F-B25D-00D0-E20C-6E5E9262C4A7}"/>
                </a:ext>
              </a:extLst>
            </p:cNvPr>
            <p:cNvPicPr>
              <a:picLocks noChangeAspect="1"/>
            </p:cNvPicPr>
            <p:nvPr/>
          </p:nvPicPr>
          <p:blipFill>
            <a:blip r:embed="rId6"/>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41927657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E4818-7BCB-86B4-327A-AD88A4A53516}"/>
              </a:ext>
            </a:extLst>
          </p:cNvPr>
          <p:cNvSpPr>
            <a:spLocks noGrp="1"/>
          </p:cNvSpPr>
          <p:nvPr>
            <p:ph type="title"/>
          </p:nvPr>
        </p:nvSpPr>
        <p:spPr>
          <a:xfrm>
            <a:off x="838200" y="641855"/>
            <a:ext cx="6273800" cy="772107"/>
          </a:xfrm>
        </p:spPr>
        <p:txBody>
          <a:bodyPr/>
          <a:lstStyle/>
          <a:p>
            <a:r>
              <a:rPr lang="en-GB" dirty="0"/>
              <a:t>OSPF intro(Cont.)</a:t>
            </a:r>
            <a:endParaRPr lang="en-US" dirty="0"/>
          </a:p>
        </p:txBody>
      </p:sp>
      <p:pic>
        <p:nvPicPr>
          <p:cNvPr id="5" name="Content Placeholder 4">
            <a:extLst>
              <a:ext uri="{FF2B5EF4-FFF2-40B4-BE49-F238E27FC236}">
                <a16:creationId xmlns:a16="http://schemas.microsoft.com/office/drawing/2014/main" id="{941F1BCA-8C9A-0770-32FD-B37489625C87}"/>
              </a:ext>
            </a:extLst>
          </p:cNvPr>
          <p:cNvPicPr>
            <a:picLocks noGrp="1" noChangeAspect="1"/>
          </p:cNvPicPr>
          <p:nvPr>
            <p:ph idx="1"/>
          </p:nvPr>
        </p:nvPicPr>
        <p:blipFill>
          <a:blip r:embed="rId2">
            <a:duotone>
              <a:schemeClr val="accent2">
                <a:shade val="45000"/>
                <a:satMod val="135000"/>
              </a:schemeClr>
              <a:prstClr val="white"/>
            </a:duotone>
          </a:blip>
          <a:stretch>
            <a:fillRect/>
          </a:stretch>
        </p:blipFill>
        <p:spPr>
          <a:xfrm>
            <a:off x="1799431" y="1671389"/>
            <a:ext cx="4351338" cy="4351338"/>
          </a:xfrm>
          <a:prstGeom prst="rect">
            <a:avLst/>
          </a:prstGeom>
        </p:spPr>
      </p:pic>
      <p:sp>
        <p:nvSpPr>
          <p:cNvPr id="4" name="Slide Number Placeholder 3">
            <a:extLst>
              <a:ext uri="{FF2B5EF4-FFF2-40B4-BE49-F238E27FC236}">
                <a16:creationId xmlns:a16="http://schemas.microsoft.com/office/drawing/2014/main" id="{5DF958A1-F669-76B5-401C-829A82ABB737}"/>
              </a:ext>
            </a:extLst>
          </p:cNvPr>
          <p:cNvSpPr>
            <a:spLocks noGrp="1"/>
          </p:cNvSpPr>
          <p:nvPr>
            <p:ph type="sldNum" sz="quarter" idx="10"/>
          </p:nvPr>
        </p:nvSpPr>
        <p:spPr/>
        <p:txBody>
          <a:bodyPr/>
          <a:lstStyle/>
          <a:p>
            <a:r>
              <a:rPr lang="en-US"/>
              <a:t>PAGE </a:t>
            </a:r>
            <a:fld id="{4A9B5881-4007-4345-955A-79C2656F0C49}" type="slidenum">
              <a:rPr lang="en-US" smtClean="0"/>
              <a:pPr/>
              <a:t>4</a:t>
            </a:fld>
            <a:endParaRPr lang="en-US" dirty="0"/>
          </a:p>
        </p:txBody>
      </p:sp>
      <p:pic>
        <p:nvPicPr>
          <p:cNvPr id="6" name="Picture 5">
            <a:extLst>
              <a:ext uri="{FF2B5EF4-FFF2-40B4-BE49-F238E27FC236}">
                <a16:creationId xmlns:a16="http://schemas.microsoft.com/office/drawing/2014/main" id="{EE118EBF-EC54-D9A6-51D2-83919F88046F}"/>
              </a:ext>
            </a:extLst>
          </p:cNvPr>
          <p:cNvPicPr>
            <a:picLocks noChangeAspect="1"/>
          </p:cNvPicPr>
          <p:nvPr/>
        </p:nvPicPr>
        <p:blipFill>
          <a:blip r:embed="rId3">
            <a:duotone>
              <a:schemeClr val="accent2">
                <a:shade val="45000"/>
                <a:satMod val="135000"/>
              </a:schemeClr>
              <a:prstClr val="white"/>
            </a:duotone>
          </a:blip>
          <a:stretch>
            <a:fillRect/>
          </a:stretch>
        </p:blipFill>
        <p:spPr>
          <a:xfrm>
            <a:off x="6150769" y="1671389"/>
            <a:ext cx="4351338" cy="4351338"/>
          </a:xfrm>
          <a:prstGeom prst="rect">
            <a:avLst/>
          </a:prstGeom>
        </p:spPr>
      </p:pic>
      <p:grpSp>
        <p:nvGrpSpPr>
          <p:cNvPr id="7" name="Group 6">
            <a:extLst>
              <a:ext uri="{FF2B5EF4-FFF2-40B4-BE49-F238E27FC236}">
                <a16:creationId xmlns:a16="http://schemas.microsoft.com/office/drawing/2014/main" id="{58E973A7-9678-B800-5CBC-101C733C7D36}"/>
              </a:ext>
            </a:extLst>
          </p:cNvPr>
          <p:cNvGrpSpPr/>
          <p:nvPr/>
        </p:nvGrpSpPr>
        <p:grpSpPr>
          <a:xfrm>
            <a:off x="11316372" y="4381629"/>
            <a:ext cx="821280" cy="1813283"/>
            <a:chOff x="11316372" y="4381629"/>
            <a:chExt cx="821280" cy="1813283"/>
          </a:xfrm>
        </p:grpSpPr>
        <p:pic>
          <p:nvPicPr>
            <p:cNvPr id="8" name="Picture 7">
              <a:extLst>
                <a:ext uri="{FF2B5EF4-FFF2-40B4-BE49-F238E27FC236}">
                  <a16:creationId xmlns:a16="http://schemas.microsoft.com/office/drawing/2014/main" id="{9E20B94E-6F6E-3FB2-04FD-86D73376B3F6}"/>
                </a:ext>
              </a:extLst>
            </p:cNvPr>
            <p:cNvPicPr>
              <a:picLocks noChangeAspect="1"/>
            </p:cNvPicPr>
            <p:nvPr/>
          </p:nvPicPr>
          <p:blipFill>
            <a:blip r:embed="rId4"/>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a:extLst>
                <a:ext uri="{FF2B5EF4-FFF2-40B4-BE49-F238E27FC236}">
                  <a16:creationId xmlns:a16="http://schemas.microsoft.com/office/drawing/2014/main" id="{CF31113A-CFA8-0884-5A74-838BD66999DE}"/>
                </a:ext>
              </a:extLst>
            </p:cNvPr>
            <p:cNvPicPr>
              <a:picLocks noChangeAspect="1"/>
            </p:cNvPicPr>
            <p:nvPr/>
          </p:nvPicPr>
          <p:blipFill>
            <a:blip r:embed="rId5"/>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Picture 9" descr="Logo&#10;&#10;Description automatically generated">
              <a:extLst>
                <a:ext uri="{FF2B5EF4-FFF2-40B4-BE49-F238E27FC236}">
                  <a16:creationId xmlns:a16="http://schemas.microsoft.com/office/drawing/2014/main" id="{0112B35B-50A1-6182-3823-133182014361}"/>
                </a:ext>
              </a:extLst>
            </p:cNvPr>
            <p:cNvPicPr>
              <a:picLocks noChangeAspect="1"/>
            </p:cNvPicPr>
            <p:nvPr/>
          </p:nvPicPr>
          <p:blipFill>
            <a:blip r:embed="rId6"/>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38107464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3FC2E-3808-CE29-3EE0-ADDE86107895}"/>
              </a:ext>
            </a:extLst>
          </p:cNvPr>
          <p:cNvSpPr>
            <a:spLocks noGrp="1"/>
          </p:cNvSpPr>
          <p:nvPr>
            <p:ph type="title"/>
          </p:nvPr>
        </p:nvSpPr>
        <p:spPr>
          <a:xfrm>
            <a:off x="838200" y="641855"/>
            <a:ext cx="6273800" cy="772107"/>
          </a:xfrm>
        </p:spPr>
        <p:txBody>
          <a:bodyPr/>
          <a:lstStyle/>
          <a:p>
            <a:r>
              <a:rPr lang="en-US" dirty="0"/>
              <a:t>OSPF intro(Cont.)</a:t>
            </a:r>
          </a:p>
        </p:txBody>
      </p:sp>
      <p:pic>
        <p:nvPicPr>
          <p:cNvPr id="5" name="Content Placeholder 4">
            <a:extLst>
              <a:ext uri="{FF2B5EF4-FFF2-40B4-BE49-F238E27FC236}">
                <a16:creationId xmlns:a16="http://schemas.microsoft.com/office/drawing/2014/main" id="{77D2C452-2311-33C9-4622-3CB34D3A4889}"/>
              </a:ext>
            </a:extLst>
          </p:cNvPr>
          <p:cNvPicPr>
            <a:picLocks noGrp="1" noChangeAspect="1"/>
          </p:cNvPicPr>
          <p:nvPr>
            <p:ph idx="1"/>
          </p:nvPr>
        </p:nvPicPr>
        <p:blipFill>
          <a:blip r:embed="rId2">
            <a:duotone>
              <a:schemeClr val="accent2">
                <a:shade val="45000"/>
                <a:satMod val="135000"/>
              </a:schemeClr>
              <a:prstClr val="white"/>
            </a:duotone>
          </a:blip>
          <a:stretch>
            <a:fillRect/>
          </a:stretch>
        </p:blipFill>
        <p:spPr>
          <a:xfrm>
            <a:off x="1829144" y="1898048"/>
            <a:ext cx="8533712" cy="3760359"/>
          </a:xfrm>
          <a:prstGeom prst="rect">
            <a:avLst/>
          </a:prstGeom>
        </p:spPr>
      </p:pic>
      <p:sp>
        <p:nvSpPr>
          <p:cNvPr id="4" name="Slide Number Placeholder 3">
            <a:extLst>
              <a:ext uri="{FF2B5EF4-FFF2-40B4-BE49-F238E27FC236}">
                <a16:creationId xmlns:a16="http://schemas.microsoft.com/office/drawing/2014/main" id="{0BFD0359-F818-0256-0533-0B0B689BABDA}"/>
              </a:ext>
            </a:extLst>
          </p:cNvPr>
          <p:cNvSpPr>
            <a:spLocks noGrp="1"/>
          </p:cNvSpPr>
          <p:nvPr>
            <p:ph type="sldNum" sz="quarter" idx="10"/>
          </p:nvPr>
        </p:nvSpPr>
        <p:spPr/>
        <p:txBody>
          <a:bodyPr/>
          <a:lstStyle/>
          <a:p>
            <a:r>
              <a:rPr lang="en-US"/>
              <a:t>PAGE </a:t>
            </a:r>
            <a:fld id="{4A9B5881-4007-4345-955A-79C2656F0C49}" type="slidenum">
              <a:rPr lang="en-US" smtClean="0"/>
              <a:pPr/>
              <a:t>5</a:t>
            </a:fld>
            <a:endParaRPr lang="en-US" dirty="0"/>
          </a:p>
        </p:txBody>
      </p:sp>
      <p:pic>
        <p:nvPicPr>
          <p:cNvPr id="1026" name="Picture 2" descr="Dhaka Map PowerPoint Template - PPT Slides | SketchBubble">
            <a:extLst>
              <a:ext uri="{FF2B5EF4-FFF2-40B4-BE49-F238E27FC236}">
                <a16:creationId xmlns:a16="http://schemas.microsoft.com/office/drawing/2014/main" id="{63459805-EA5B-ED02-4A35-A813697EFAF4}"/>
              </a:ext>
            </a:extLst>
          </p:cNvPr>
          <p:cNvPicPr>
            <a:picLocks noChangeAspect="1" noChangeArrowheads="1"/>
          </p:cNvPicPr>
          <p:nvPr/>
        </p:nvPicPr>
        <p:blipFill rotWithShape="1">
          <a:blip r:embed="rId3">
            <a:duotone>
              <a:schemeClr val="accent2">
                <a:shade val="45000"/>
                <a:satMod val="135000"/>
              </a:schemeClr>
              <a:prstClr val="white"/>
            </a:duotone>
            <a:extLst>
              <a:ext uri="{28A0092B-C50C-407E-A947-70E740481C1C}">
                <a14:useLocalDpi xmlns:a14="http://schemas.microsoft.com/office/drawing/2010/main" val="0"/>
              </a:ext>
            </a:extLst>
          </a:blip>
          <a:srcRect l="17811" t="13319" r="17450" b="10429"/>
          <a:stretch/>
        </p:blipFill>
        <p:spPr bwMode="auto">
          <a:xfrm>
            <a:off x="6096000" y="1898048"/>
            <a:ext cx="4266856" cy="3769233"/>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5C65867C-B655-6847-5603-20695EC64F32}"/>
              </a:ext>
            </a:extLst>
          </p:cNvPr>
          <p:cNvGrpSpPr/>
          <p:nvPr/>
        </p:nvGrpSpPr>
        <p:grpSpPr>
          <a:xfrm>
            <a:off x="11316372" y="4381629"/>
            <a:ext cx="821280" cy="1813283"/>
            <a:chOff x="11316372" y="4381629"/>
            <a:chExt cx="821280" cy="1813283"/>
          </a:xfrm>
        </p:grpSpPr>
        <p:pic>
          <p:nvPicPr>
            <p:cNvPr id="8" name="Picture 7">
              <a:extLst>
                <a:ext uri="{FF2B5EF4-FFF2-40B4-BE49-F238E27FC236}">
                  <a16:creationId xmlns:a16="http://schemas.microsoft.com/office/drawing/2014/main" id="{28636B2D-B62E-7E3E-570E-FA761AE580D9}"/>
                </a:ext>
              </a:extLst>
            </p:cNvPr>
            <p:cNvPicPr>
              <a:picLocks noChangeAspect="1"/>
            </p:cNvPicPr>
            <p:nvPr/>
          </p:nvPicPr>
          <p:blipFill>
            <a:blip r:embed="rId4"/>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a:extLst>
                <a:ext uri="{FF2B5EF4-FFF2-40B4-BE49-F238E27FC236}">
                  <a16:creationId xmlns:a16="http://schemas.microsoft.com/office/drawing/2014/main" id="{0BC18D1D-AD44-A38E-13ED-6C5CCF560134}"/>
                </a:ext>
              </a:extLst>
            </p:cNvPr>
            <p:cNvPicPr>
              <a:picLocks noChangeAspect="1"/>
            </p:cNvPicPr>
            <p:nvPr/>
          </p:nvPicPr>
          <p:blipFill>
            <a:blip r:embed="rId5"/>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Picture 9" descr="Logo&#10;&#10;Description automatically generated">
              <a:extLst>
                <a:ext uri="{FF2B5EF4-FFF2-40B4-BE49-F238E27FC236}">
                  <a16:creationId xmlns:a16="http://schemas.microsoft.com/office/drawing/2014/main" id="{7880DFC8-00D3-2127-9745-00F96B8F5FD7}"/>
                </a:ext>
              </a:extLst>
            </p:cNvPr>
            <p:cNvPicPr>
              <a:picLocks noChangeAspect="1"/>
            </p:cNvPicPr>
            <p:nvPr/>
          </p:nvPicPr>
          <p:blipFill>
            <a:blip r:embed="rId6"/>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21561692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410FA-6FDB-1B8B-86C3-BFF66F53E50A}"/>
              </a:ext>
            </a:extLst>
          </p:cNvPr>
          <p:cNvSpPr>
            <a:spLocks noGrp="1"/>
          </p:cNvSpPr>
          <p:nvPr>
            <p:ph type="title"/>
          </p:nvPr>
        </p:nvSpPr>
        <p:spPr>
          <a:xfrm>
            <a:off x="838200" y="641855"/>
            <a:ext cx="6273800" cy="772107"/>
          </a:xfrm>
        </p:spPr>
        <p:txBody>
          <a:bodyPr/>
          <a:lstStyle/>
          <a:p>
            <a:r>
              <a:rPr lang="en-US" dirty="0"/>
              <a:t>Concept of Area</a:t>
            </a:r>
          </a:p>
        </p:txBody>
      </p:sp>
      <p:sp>
        <p:nvSpPr>
          <p:cNvPr id="3" name="Content Placeholder 2">
            <a:extLst>
              <a:ext uri="{FF2B5EF4-FFF2-40B4-BE49-F238E27FC236}">
                <a16:creationId xmlns:a16="http://schemas.microsoft.com/office/drawing/2014/main" id="{44E6E270-B4F9-C124-A8DF-AA8D79223506}"/>
              </a:ext>
            </a:extLst>
          </p:cNvPr>
          <p:cNvSpPr>
            <a:spLocks noGrp="1"/>
          </p:cNvSpPr>
          <p:nvPr>
            <p:ph idx="1"/>
          </p:nvPr>
        </p:nvSpPr>
        <p:spPr/>
        <p:txBody>
          <a:bodyPr/>
          <a:lstStyle/>
          <a:p>
            <a:r>
              <a:rPr lang="en-US" dirty="0"/>
              <a:t>Area is logical grouping of Routers</a:t>
            </a:r>
          </a:p>
          <a:p>
            <a:r>
              <a:rPr lang="en-US" dirty="0"/>
              <a:t>All the routers maintain same database within the same Area</a:t>
            </a:r>
          </a:p>
          <a:p>
            <a:r>
              <a:rPr lang="en-US" dirty="0"/>
              <a:t>Any change impact all the routers with the same area. </a:t>
            </a:r>
          </a:p>
          <a:p>
            <a:endParaRPr lang="en-US" dirty="0"/>
          </a:p>
          <a:p>
            <a:r>
              <a:rPr lang="en-US" dirty="0"/>
              <a:t>Impact:</a:t>
            </a:r>
          </a:p>
          <a:p>
            <a:pPr lvl="1"/>
            <a:r>
              <a:rPr lang="en-US" dirty="0"/>
              <a:t>Minimizes size of database</a:t>
            </a:r>
          </a:p>
          <a:p>
            <a:pPr lvl="1"/>
            <a:r>
              <a:rPr lang="en-US" dirty="0"/>
              <a:t>Restrict any changes with in that area. ( not flood outside area)</a:t>
            </a:r>
          </a:p>
          <a:p>
            <a:pPr lvl="1"/>
            <a:r>
              <a:rPr lang="en-US" dirty="0"/>
              <a:t>Routers with in the same area participate in Algorithm</a:t>
            </a:r>
          </a:p>
          <a:p>
            <a:endParaRPr lang="en-US" dirty="0"/>
          </a:p>
        </p:txBody>
      </p:sp>
      <p:sp>
        <p:nvSpPr>
          <p:cNvPr id="4" name="Slide Number Placeholder 3">
            <a:extLst>
              <a:ext uri="{FF2B5EF4-FFF2-40B4-BE49-F238E27FC236}">
                <a16:creationId xmlns:a16="http://schemas.microsoft.com/office/drawing/2014/main" id="{EE0E6D57-A7DF-282A-40ED-7C4D511FF2D6}"/>
              </a:ext>
            </a:extLst>
          </p:cNvPr>
          <p:cNvSpPr>
            <a:spLocks noGrp="1"/>
          </p:cNvSpPr>
          <p:nvPr>
            <p:ph type="sldNum" sz="quarter" idx="10"/>
          </p:nvPr>
        </p:nvSpPr>
        <p:spPr/>
        <p:txBody>
          <a:bodyPr/>
          <a:lstStyle/>
          <a:p>
            <a:r>
              <a:rPr lang="en-US"/>
              <a:t>PAGE </a:t>
            </a:r>
            <a:fld id="{4A9B5881-4007-4345-955A-79C2656F0C49}" type="slidenum">
              <a:rPr lang="en-US" smtClean="0"/>
              <a:pPr/>
              <a:t>6</a:t>
            </a:fld>
            <a:endParaRPr lang="en-US" dirty="0"/>
          </a:p>
        </p:txBody>
      </p:sp>
      <p:grpSp>
        <p:nvGrpSpPr>
          <p:cNvPr id="5" name="Group 4">
            <a:extLst>
              <a:ext uri="{FF2B5EF4-FFF2-40B4-BE49-F238E27FC236}">
                <a16:creationId xmlns:a16="http://schemas.microsoft.com/office/drawing/2014/main" id="{A5432DCE-A4CD-D242-B973-CA77FE3F42C9}"/>
              </a:ext>
            </a:extLst>
          </p:cNvPr>
          <p:cNvGrpSpPr/>
          <p:nvPr/>
        </p:nvGrpSpPr>
        <p:grpSpPr>
          <a:xfrm>
            <a:off x="11316372" y="4381629"/>
            <a:ext cx="821280" cy="1813283"/>
            <a:chOff x="11316372" y="4381629"/>
            <a:chExt cx="821280" cy="1813283"/>
          </a:xfrm>
        </p:grpSpPr>
        <p:pic>
          <p:nvPicPr>
            <p:cNvPr id="6" name="Picture 5">
              <a:extLst>
                <a:ext uri="{FF2B5EF4-FFF2-40B4-BE49-F238E27FC236}">
                  <a16:creationId xmlns:a16="http://schemas.microsoft.com/office/drawing/2014/main" id="{2B1E7B1A-2C1B-D49A-5DDA-5405E4759BA8}"/>
                </a:ext>
              </a:extLst>
            </p:cNvPr>
            <p:cNvPicPr>
              <a:picLocks noChangeAspect="1"/>
            </p:cNvPicPr>
            <p:nvPr/>
          </p:nvPicPr>
          <p:blipFill>
            <a:blip r:embed="rId2"/>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a:extLst>
                <a:ext uri="{FF2B5EF4-FFF2-40B4-BE49-F238E27FC236}">
                  <a16:creationId xmlns:a16="http://schemas.microsoft.com/office/drawing/2014/main" id="{EACD28C8-E562-6FDE-E4CF-C8B2BCBA6209}"/>
                </a:ext>
              </a:extLst>
            </p:cNvPr>
            <p:cNvPicPr>
              <a:picLocks noChangeAspect="1"/>
            </p:cNvPicPr>
            <p:nvPr/>
          </p:nvPicPr>
          <p:blipFill>
            <a:blip r:embed="rId3"/>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descr="Logo&#10;&#10;Description automatically generated">
              <a:extLst>
                <a:ext uri="{FF2B5EF4-FFF2-40B4-BE49-F238E27FC236}">
                  <a16:creationId xmlns:a16="http://schemas.microsoft.com/office/drawing/2014/main" id="{41175D74-008A-5A7F-53F1-5098CF4B20E9}"/>
                </a:ext>
              </a:extLst>
            </p:cNvPr>
            <p:cNvPicPr>
              <a:picLocks noChangeAspect="1"/>
            </p:cNvPicPr>
            <p:nvPr/>
          </p:nvPicPr>
          <p:blipFill>
            <a:blip r:embed="rId4"/>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pic>
        <p:nvPicPr>
          <p:cNvPr id="9" name="Picture 8">
            <a:extLst>
              <a:ext uri="{FF2B5EF4-FFF2-40B4-BE49-F238E27FC236}">
                <a16:creationId xmlns:a16="http://schemas.microsoft.com/office/drawing/2014/main" id="{8C88E985-5228-61EE-3799-CFA1D3913629}"/>
              </a:ext>
            </a:extLst>
          </p:cNvPr>
          <p:cNvPicPr>
            <a:picLocks noChangeAspect="1"/>
          </p:cNvPicPr>
          <p:nvPr/>
        </p:nvPicPr>
        <p:blipFill>
          <a:blip r:embed="rId5"/>
          <a:stretch>
            <a:fillRect/>
          </a:stretch>
        </p:blipFill>
        <p:spPr>
          <a:xfrm>
            <a:off x="7555300" y="1825625"/>
            <a:ext cx="3641823" cy="2885510"/>
          </a:xfrm>
          <a:prstGeom prst="rect">
            <a:avLst/>
          </a:prstGeom>
        </p:spPr>
      </p:pic>
    </p:spTree>
    <p:extLst>
      <p:ext uri="{BB962C8B-B14F-4D97-AF65-F5344CB8AC3E}">
        <p14:creationId xmlns:p14="http://schemas.microsoft.com/office/powerpoint/2010/main" val="14161392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2296C-7BBC-5553-D514-BA42E4153F80}"/>
              </a:ext>
            </a:extLst>
          </p:cNvPr>
          <p:cNvSpPr>
            <a:spLocks noGrp="1"/>
          </p:cNvSpPr>
          <p:nvPr>
            <p:ph type="title"/>
          </p:nvPr>
        </p:nvSpPr>
        <p:spPr>
          <a:xfrm>
            <a:off x="838200" y="641855"/>
            <a:ext cx="6273800" cy="772107"/>
          </a:xfrm>
        </p:spPr>
        <p:txBody>
          <a:bodyPr/>
          <a:lstStyle/>
          <a:p>
            <a:r>
              <a:rPr lang="en-US" dirty="0"/>
              <a:t>OSPF area design Rules </a:t>
            </a:r>
          </a:p>
        </p:txBody>
      </p:sp>
      <p:sp>
        <p:nvSpPr>
          <p:cNvPr id="3" name="Content Placeholder 2">
            <a:extLst>
              <a:ext uri="{FF2B5EF4-FFF2-40B4-BE49-F238E27FC236}">
                <a16:creationId xmlns:a16="http://schemas.microsoft.com/office/drawing/2014/main" id="{3155D6C8-4747-69F6-BC3C-27F8C5DE62A3}"/>
              </a:ext>
            </a:extLst>
          </p:cNvPr>
          <p:cNvSpPr>
            <a:spLocks noGrp="1"/>
          </p:cNvSpPr>
          <p:nvPr>
            <p:ph idx="1"/>
          </p:nvPr>
        </p:nvSpPr>
        <p:spPr/>
        <p:txBody>
          <a:bodyPr/>
          <a:lstStyle/>
          <a:p>
            <a:r>
              <a:rPr lang="en-GB" dirty="0"/>
              <a:t>Must have on area called as area 0 ( called backbone area)</a:t>
            </a:r>
          </a:p>
          <a:p>
            <a:r>
              <a:rPr lang="en-GB" dirty="0"/>
              <a:t>All the no-backbone areas must connect  to area 0. ( Area 0 must be transit area)</a:t>
            </a:r>
          </a:p>
          <a:p>
            <a:r>
              <a:rPr lang="en-GB" dirty="0"/>
              <a:t>At least one-Area Border Router (connecting two or more area)</a:t>
            </a:r>
          </a:p>
          <a:p>
            <a:r>
              <a:rPr lang="en-GB" dirty="0"/>
              <a:t>Interface of both routers facing must be in the same area.</a:t>
            </a:r>
          </a:p>
          <a:p>
            <a:pPr marL="0" indent="0">
              <a:buNone/>
            </a:pPr>
            <a:endParaRPr lang="en-US" dirty="0"/>
          </a:p>
        </p:txBody>
      </p:sp>
      <p:sp>
        <p:nvSpPr>
          <p:cNvPr id="4" name="Slide Number Placeholder 3">
            <a:extLst>
              <a:ext uri="{FF2B5EF4-FFF2-40B4-BE49-F238E27FC236}">
                <a16:creationId xmlns:a16="http://schemas.microsoft.com/office/drawing/2014/main" id="{01BBE550-140C-571E-9E41-5B621214BC4E}"/>
              </a:ext>
            </a:extLst>
          </p:cNvPr>
          <p:cNvSpPr>
            <a:spLocks noGrp="1"/>
          </p:cNvSpPr>
          <p:nvPr>
            <p:ph type="sldNum" sz="quarter" idx="10"/>
          </p:nvPr>
        </p:nvSpPr>
        <p:spPr/>
        <p:txBody>
          <a:bodyPr/>
          <a:lstStyle/>
          <a:p>
            <a:r>
              <a:rPr lang="en-US"/>
              <a:t>PAGE </a:t>
            </a:r>
            <a:fld id="{4A9B5881-4007-4345-955A-79C2656F0C49}" type="slidenum">
              <a:rPr lang="en-US" smtClean="0"/>
              <a:pPr/>
              <a:t>7</a:t>
            </a:fld>
            <a:endParaRPr lang="en-US" dirty="0"/>
          </a:p>
        </p:txBody>
      </p:sp>
      <p:pic>
        <p:nvPicPr>
          <p:cNvPr id="5" name="Picture 4">
            <a:extLst>
              <a:ext uri="{FF2B5EF4-FFF2-40B4-BE49-F238E27FC236}">
                <a16:creationId xmlns:a16="http://schemas.microsoft.com/office/drawing/2014/main" id="{0FBB2EE8-CC27-3717-F7E2-E99C2AB32EF2}"/>
              </a:ext>
            </a:extLst>
          </p:cNvPr>
          <p:cNvPicPr>
            <a:picLocks noChangeAspect="1"/>
          </p:cNvPicPr>
          <p:nvPr/>
        </p:nvPicPr>
        <p:blipFill>
          <a:blip r:embed="rId2">
            <a:duotone>
              <a:schemeClr val="accent2">
                <a:shade val="45000"/>
                <a:satMod val="135000"/>
              </a:schemeClr>
              <a:prstClr val="white"/>
            </a:duotone>
          </a:blip>
          <a:stretch>
            <a:fillRect/>
          </a:stretch>
        </p:blipFill>
        <p:spPr>
          <a:xfrm>
            <a:off x="3202997" y="3637469"/>
            <a:ext cx="5786006" cy="2539494"/>
          </a:xfrm>
          <a:prstGeom prst="rect">
            <a:avLst/>
          </a:prstGeom>
        </p:spPr>
      </p:pic>
      <p:grpSp>
        <p:nvGrpSpPr>
          <p:cNvPr id="6" name="Group 5">
            <a:extLst>
              <a:ext uri="{FF2B5EF4-FFF2-40B4-BE49-F238E27FC236}">
                <a16:creationId xmlns:a16="http://schemas.microsoft.com/office/drawing/2014/main" id="{79395ED5-1B2C-2C0B-034C-F55BAB69D890}"/>
              </a:ext>
            </a:extLst>
          </p:cNvPr>
          <p:cNvGrpSpPr/>
          <p:nvPr/>
        </p:nvGrpSpPr>
        <p:grpSpPr>
          <a:xfrm>
            <a:off x="11316372" y="4381629"/>
            <a:ext cx="821280" cy="1813283"/>
            <a:chOff x="11316372" y="4381629"/>
            <a:chExt cx="821280" cy="1813283"/>
          </a:xfrm>
        </p:grpSpPr>
        <p:pic>
          <p:nvPicPr>
            <p:cNvPr id="7" name="Picture 6">
              <a:extLst>
                <a:ext uri="{FF2B5EF4-FFF2-40B4-BE49-F238E27FC236}">
                  <a16:creationId xmlns:a16="http://schemas.microsoft.com/office/drawing/2014/main" id="{A30374A8-C880-0C4D-D33B-13731C7B6BE5}"/>
                </a:ext>
              </a:extLst>
            </p:cNvPr>
            <p:cNvPicPr>
              <a:picLocks noChangeAspect="1"/>
            </p:cNvPicPr>
            <p:nvPr/>
          </p:nvPicPr>
          <p:blipFill>
            <a:blip r:embed="rId3"/>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a:extLst>
                <a:ext uri="{FF2B5EF4-FFF2-40B4-BE49-F238E27FC236}">
                  <a16:creationId xmlns:a16="http://schemas.microsoft.com/office/drawing/2014/main" id="{8EB08484-6EB9-B98E-9D68-380C30414418}"/>
                </a:ext>
              </a:extLst>
            </p:cNvPr>
            <p:cNvPicPr>
              <a:picLocks noChangeAspect="1"/>
            </p:cNvPicPr>
            <p:nvPr/>
          </p:nvPicPr>
          <p:blipFill>
            <a:blip r:embed="rId4"/>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descr="Logo&#10;&#10;Description automatically generated">
              <a:extLst>
                <a:ext uri="{FF2B5EF4-FFF2-40B4-BE49-F238E27FC236}">
                  <a16:creationId xmlns:a16="http://schemas.microsoft.com/office/drawing/2014/main" id="{5E47677E-BA03-4764-8B9D-EC2143964FA6}"/>
                </a:ext>
              </a:extLst>
            </p:cNvPr>
            <p:cNvPicPr>
              <a:picLocks noChangeAspect="1"/>
            </p:cNvPicPr>
            <p:nvPr/>
          </p:nvPicPr>
          <p:blipFill>
            <a:blip r:embed="rId5"/>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15982488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CF053-DF9C-4EBA-86A6-4854771EE6F0}"/>
              </a:ext>
            </a:extLst>
          </p:cNvPr>
          <p:cNvSpPr>
            <a:spLocks noGrp="1"/>
          </p:cNvSpPr>
          <p:nvPr>
            <p:ph type="title"/>
          </p:nvPr>
        </p:nvSpPr>
        <p:spPr>
          <a:xfrm>
            <a:off x="838200" y="641855"/>
            <a:ext cx="6273800" cy="772107"/>
          </a:xfrm>
        </p:spPr>
        <p:txBody>
          <a:bodyPr/>
          <a:lstStyle/>
          <a:p>
            <a:r>
              <a:rPr lang="en-GB" dirty="0"/>
              <a:t>Area Terminology </a:t>
            </a:r>
            <a:endParaRPr lang="en-US" dirty="0"/>
          </a:p>
        </p:txBody>
      </p:sp>
      <p:pic>
        <p:nvPicPr>
          <p:cNvPr id="5" name="Content Placeholder 4">
            <a:extLst>
              <a:ext uri="{FF2B5EF4-FFF2-40B4-BE49-F238E27FC236}">
                <a16:creationId xmlns:a16="http://schemas.microsoft.com/office/drawing/2014/main" id="{561485C6-B2D5-2CB7-6BB6-A9318C35364B}"/>
              </a:ext>
            </a:extLst>
          </p:cNvPr>
          <p:cNvPicPr>
            <a:picLocks noGrp="1" noChangeAspect="1"/>
          </p:cNvPicPr>
          <p:nvPr>
            <p:ph idx="1"/>
          </p:nvPr>
        </p:nvPicPr>
        <p:blipFill>
          <a:blip r:embed="rId2">
            <a:duotone>
              <a:schemeClr val="accent2">
                <a:shade val="45000"/>
                <a:satMod val="135000"/>
              </a:schemeClr>
              <a:prstClr val="white"/>
            </a:duotone>
          </a:blip>
          <a:stretch>
            <a:fillRect/>
          </a:stretch>
        </p:blipFill>
        <p:spPr>
          <a:xfrm>
            <a:off x="920367" y="2037308"/>
            <a:ext cx="4477898" cy="3405025"/>
          </a:xfrm>
          <a:prstGeom prst="rect">
            <a:avLst/>
          </a:prstGeom>
        </p:spPr>
      </p:pic>
      <p:sp>
        <p:nvSpPr>
          <p:cNvPr id="4" name="Slide Number Placeholder 3">
            <a:extLst>
              <a:ext uri="{FF2B5EF4-FFF2-40B4-BE49-F238E27FC236}">
                <a16:creationId xmlns:a16="http://schemas.microsoft.com/office/drawing/2014/main" id="{A5185E5B-E72F-53A0-9EA6-FF9D96C514BB}"/>
              </a:ext>
            </a:extLst>
          </p:cNvPr>
          <p:cNvSpPr>
            <a:spLocks noGrp="1"/>
          </p:cNvSpPr>
          <p:nvPr>
            <p:ph type="sldNum" sz="quarter" idx="10"/>
          </p:nvPr>
        </p:nvSpPr>
        <p:spPr/>
        <p:txBody>
          <a:bodyPr/>
          <a:lstStyle/>
          <a:p>
            <a:r>
              <a:rPr lang="en-US"/>
              <a:t>PAGE </a:t>
            </a:r>
            <a:fld id="{4A9B5881-4007-4345-955A-79C2656F0C49}" type="slidenum">
              <a:rPr lang="en-US" smtClean="0"/>
              <a:pPr/>
              <a:t>8</a:t>
            </a:fld>
            <a:endParaRPr lang="en-US" dirty="0"/>
          </a:p>
        </p:txBody>
      </p:sp>
      <p:pic>
        <p:nvPicPr>
          <p:cNvPr id="6" name="Picture 5">
            <a:extLst>
              <a:ext uri="{FF2B5EF4-FFF2-40B4-BE49-F238E27FC236}">
                <a16:creationId xmlns:a16="http://schemas.microsoft.com/office/drawing/2014/main" id="{71F1F725-898F-CA66-0A04-93D83FFE4E3C}"/>
              </a:ext>
            </a:extLst>
          </p:cNvPr>
          <p:cNvPicPr>
            <a:picLocks noChangeAspect="1"/>
          </p:cNvPicPr>
          <p:nvPr/>
        </p:nvPicPr>
        <p:blipFill>
          <a:blip r:embed="rId3">
            <a:duotone>
              <a:schemeClr val="accent2">
                <a:shade val="45000"/>
                <a:satMod val="135000"/>
              </a:schemeClr>
              <a:prstClr val="white"/>
            </a:duotone>
          </a:blip>
          <a:stretch>
            <a:fillRect/>
          </a:stretch>
        </p:blipFill>
        <p:spPr>
          <a:xfrm>
            <a:off x="5398265" y="2037308"/>
            <a:ext cx="5706737" cy="3405025"/>
          </a:xfrm>
          <a:prstGeom prst="rect">
            <a:avLst/>
          </a:prstGeom>
        </p:spPr>
      </p:pic>
      <p:grpSp>
        <p:nvGrpSpPr>
          <p:cNvPr id="7" name="Group 6">
            <a:extLst>
              <a:ext uri="{FF2B5EF4-FFF2-40B4-BE49-F238E27FC236}">
                <a16:creationId xmlns:a16="http://schemas.microsoft.com/office/drawing/2014/main" id="{ABB033D7-4713-CD1C-30D7-822051666FBF}"/>
              </a:ext>
            </a:extLst>
          </p:cNvPr>
          <p:cNvGrpSpPr/>
          <p:nvPr/>
        </p:nvGrpSpPr>
        <p:grpSpPr>
          <a:xfrm>
            <a:off x="11316372" y="4381629"/>
            <a:ext cx="821280" cy="1813283"/>
            <a:chOff x="11316372" y="4381629"/>
            <a:chExt cx="821280" cy="1813283"/>
          </a:xfrm>
        </p:grpSpPr>
        <p:pic>
          <p:nvPicPr>
            <p:cNvPr id="8" name="Picture 7">
              <a:extLst>
                <a:ext uri="{FF2B5EF4-FFF2-40B4-BE49-F238E27FC236}">
                  <a16:creationId xmlns:a16="http://schemas.microsoft.com/office/drawing/2014/main" id="{9AB68310-D2E0-6335-1A64-98EBE09BDA99}"/>
                </a:ext>
              </a:extLst>
            </p:cNvPr>
            <p:cNvPicPr>
              <a:picLocks noChangeAspect="1"/>
            </p:cNvPicPr>
            <p:nvPr/>
          </p:nvPicPr>
          <p:blipFill>
            <a:blip r:embed="rId4"/>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a:extLst>
                <a:ext uri="{FF2B5EF4-FFF2-40B4-BE49-F238E27FC236}">
                  <a16:creationId xmlns:a16="http://schemas.microsoft.com/office/drawing/2014/main" id="{CEF4C8B7-0CFE-B8C7-61AE-A330B47024F8}"/>
                </a:ext>
              </a:extLst>
            </p:cNvPr>
            <p:cNvPicPr>
              <a:picLocks noChangeAspect="1"/>
            </p:cNvPicPr>
            <p:nvPr/>
          </p:nvPicPr>
          <p:blipFill>
            <a:blip r:embed="rId5"/>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Picture 9" descr="Logo&#10;&#10;Description automatically generated">
              <a:extLst>
                <a:ext uri="{FF2B5EF4-FFF2-40B4-BE49-F238E27FC236}">
                  <a16:creationId xmlns:a16="http://schemas.microsoft.com/office/drawing/2014/main" id="{FCCC113D-9C61-FF2A-8E16-6C4B67611670}"/>
                </a:ext>
              </a:extLst>
            </p:cNvPr>
            <p:cNvPicPr>
              <a:picLocks noChangeAspect="1"/>
            </p:cNvPicPr>
            <p:nvPr/>
          </p:nvPicPr>
          <p:blipFill>
            <a:blip r:embed="rId6"/>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25789138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93EA6-DA4C-9A64-FFBF-51D4D8FCD978}"/>
              </a:ext>
            </a:extLst>
          </p:cNvPr>
          <p:cNvSpPr>
            <a:spLocks noGrp="1"/>
          </p:cNvSpPr>
          <p:nvPr>
            <p:ph type="title"/>
          </p:nvPr>
        </p:nvSpPr>
        <p:spPr>
          <a:xfrm>
            <a:off x="838200" y="641855"/>
            <a:ext cx="6273800" cy="772107"/>
          </a:xfrm>
        </p:spPr>
        <p:txBody>
          <a:bodyPr/>
          <a:lstStyle/>
          <a:p>
            <a:r>
              <a:rPr lang="en-GB" dirty="0"/>
              <a:t>SFP Tree</a:t>
            </a:r>
            <a:endParaRPr lang="en-US" dirty="0"/>
          </a:p>
        </p:txBody>
      </p:sp>
      <p:pic>
        <p:nvPicPr>
          <p:cNvPr id="5" name="Content Placeholder 4">
            <a:extLst>
              <a:ext uri="{FF2B5EF4-FFF2-40B4-BE49-F238E27FC236}">
                <a16:creationId xmlns:a16="http://schemas.microsoft.com/office/drawing/2014/main" id="{E7F821A2-1ACA-74DD-4554-57502DCA051F}"/>
              </a:ext>
            </a:extLst>
          </p:cNvPr>
          <p:cNvPicPr>
            <a:picLocks noGrp="1" noChangeAspect="1"/>
          </p:cNvPicPr>
          <p:nvPr>
            <p:ph idx="1"/>
          </p:nvPr>
        </p:nvPicPr>
        <p:blipFill rotWithShape="1">
          <a:blip r:embed="rId2">
            <a:duotone>
              <a:schemeClr val="accent2">
                <a:shade val="45000"/>
                <a:satMod val="135000"/>
              </a:schemeClr>
              <a:prstClr val="white"/>
            </a:duotone>
          </a:blip>
          <a:srcRect b="7664"/>
          <a:stretch/>
        </p:blipFill>
        <p:spPr>
          <a:xfrm>
            <a:off x="1741270" y="1783231"/>
            <a:ext cx="8709460" cy="3530450"/>
          </a:xfrm>
          <a:prstGeom prst="rect">
            <a:avLst/>
          </a:prstGeom>
        </p:spPr>
      </p:pic>
      <p:sp>
        <p:nvSpPr>
          <p:cNvPr id="4" name="Slide Number Placeholder 3">
            <a:extLst>
              <a:ext uri="{FF2B5EF4-FFF2-40B4-BE49-F238E27FC236}">
                <a16:creationId xmlns:a16="http://schemas.microsoft.com/office/drawing/2014/main" id="{1BFE308D-123F-DB33-94C9-58A5D5DE6AE4}"/>
              </a:ext>
            </a:extLst>
          </p:cNvPr>
          <p:cNvSpPr>
            <a:spLocks noGrp="1"/>
          </p:cNvSpPr>
          <p:nvPr>
            <p:ph type="sldNum" sz="quarter" idx="10"/>
          </p:nvPr>
        </p:nvSpPr>
        <p:spPr/>
        <p:txBody>
          <a:bodyPr/>
          <a:lstStyle/>
          <a:p>
            <a:r>
              <a:rPr lang="en-US"/>
              <a:t>PAGE </a:t>
            </a:r>
            <a:fld id="{4A9B5881-4007-4345-955A-79C2656F0C49}" type="slidenum">
              <a:rPr lang="en-US" smtClean="0"/>
              <a:pPr/>
              <a:t>9</a:t>
            </a:fld>
            <a:endParaRPr lang="en-US" dirty="0"/>
          </a:p>
        </p:txBody>
      </p:sp>
      <p:grpSp>
        <p:nvGrpSpPr>
          <p:cNvPr id="6" name="Group 5">
            <a:extLst>
              <a:ext uri="{FF2B5EF4-FFF2-40B4-BE49-F238E27FC236}">
                <a16:creationId xmlns:a16="http://schemas.microsoft.com/office/drawing/2014/main" id="{22BB565A-B516-5E9C-460C-7FC096C9E0C8}"/>
              </a:ext>
            </a:extLst>
          </p:cNvPr>
          <p:cNvGrpSpPr/>
          <p:nvPr/>
        </p:nvGrpSpPr>
        <p:grpSpPr>
          <a:xfrm>
            <a:off x="11316372" y="4381629"/>
            <a:ext cx="821280" cy="1813283"/>
            <a:chOff x="11316372" y="4381629"/>
            <a:chExt cx="821280" cy="1813283"/>
          </a:xfrm>
        </p:grpSpPr>
        <p:pic>
          <p:nvPicPr>
            <p:cNvPr id="7" name="Picture 6">
              <a:extLst>
                <a:ext uri="{FF2B5EF4-FFF2-40B4-BE49-F238E27FC236}">
                  <a16:creationId xmlns:a16="http://schemas.microsoft.com/office/drawing/2014/main" id="{BB6562E9-EB65-AA9F-BA9D-246F66A1ED8D}"/>
                </a:ext>
              </a:extLst>
            </p:cNvPr>
            <p:cNvPicPr>
              <a:picLocks noChangeAspect="1"/>
            </p:cNvPicPr>
            <p:nvPr/>
          </p:nvPicPr>
          <p:blipFill>
            <a:blip r:embed="rId3"/>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a:extLst>
                <a:ext uri="{FF2B5EF4-FFF2-40B4-BE49-F238E27FC236}">
                  <a16:creationId xmlns:a16="http://schemas.microsoft.com/office/drawing/2014/main" id="{AE13F485-4A35-E4A5-C962-1ED021C82216}"/>
                </a:ext>
              </a:extLst>
            </p:cNvPr>
            <p:cNvPicPr>
              <a:picLocks noChangeAspect="1"/>
            </p:cNvPicPr>
            <p:nvPr/>
          </p:nvPicPr>
          <p:blipFill>
            <a:blip r:embed="rId4"/>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descr="Logo&#10;&#10;Description automatically generated">
              <a:extLst>
                <a:ext uri="{FF2B5EF4-FFF2-40B4-BE49-F238E27FC236}">
                  <a16:creationId xmlns:a16="http://schemas.microsoft.com/office/drawing/2014/main" id="{303D8B9E-9F71-FE2D-7EE6-3257CA60D430}"/>
                </a:ext>
              </a:extLst>
            </p:cNvPr>
            <p:cNvPicPr>
              <a:picLocks noChangeAspect="1"/>
            </p:cNvPicPr>
            <p:nvPr/>
          </p:nvPicPr>
          <p:blipFill>
            <a:blip r:embed="rId5"/>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9523517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ADD5F26-090A-5B56-B708-450AEF398F29}"/>
              </a:ext>
            </a:extLst>
          </p:cNvPr>
          <p:cNvSpPr>
            <a:spLocks noGrp="1"/>
          </p:cNvSpPr>
          <p:nvPr>
            <p:ph type="title"/>
          </p:nvPr>
        </p:nvSpPr>
        <p:spPr>
          <a:xfrm>
            <a:off x="838200" y="641855"/>
            <a:ext cx="6273800" cy="772107"/>
          </a:xfrm>
        </p:spPr>
        <p:txBody>
          <a:bodyPr/>
          <a:lstStyle/>
          <a:p>
            <a:r>
              <a:rPr lang="en-GB" b="1" dirty="0"/>
              <a:t>Link-State Packets (LSPs)</a:t>
            </a:r>
            <a:endParaRPr lang="en-US" b="1" dirty="0"/>
          </a:p>
        </p:txBody>
      </p:sp>
      <p:sp>
        <p:nvSpPr>
          <p:cNvPr id="6" name="Content Placeholder 5">
            <a:extLst>
              <a:ext uri="{FF2B5EF4-FFF2-40B4-BE49-F238E27FC236}">
                <a16:creationId xmlns:a16="http://schemas.microsoft.com/office/drawing/2014/main" id="{FC2866A5-ADC0-7102-E6C5-AC98F02C1C64}"/>
              </a:ext>
            </a:extLst>
          </p:cNvPr>
          <p:cNvSpPr>
            <a:spLocks noGrp="1"/>
          </p:cNvSpPr>
          <p:nvPr>
            <p:ph idx="1"/>
          </p:nvPr>
        </p:nvSpPr>
        <p:spPr/>
        <p:txBody>
          <a:bodyPr/>
          <a:lstStyle/>
          <a:p>
            <a:r>
              <a:rPr lang="en-GB" dirty="0"/>
              <a:t>There are five types of OSPF Link-State Packets (LSPs).</a:t>
            </a:r>
          </a:p>
          <a:p>
            <a:pPr lvl="1"/>
            <a:r>
              <a:rPr lang="en-GB" dirty="0"/>
              <a:t>Hello: are used to establish and maintain adjacency with other OSPF routers. They are also used to elect the Designated Router (DR) and Backup Designated Router (BDR) on multi-access networks (like Ethernet or Frame Relay).</a:t>
            </a:r>
          </a:p>
          <a:p>
            <a:pPr lvl="1"/>
            <a:r>
              <a:rPr lang="en-GB" dirty="0"/>
              <a:t>Database Description (DBD or DD): contains an abbreviated list of the sending router’s link-state database and is used by receiving routers to check against the local link-state database</a:t>
            </a:r>
          </a:p>
          <a:p>
            <a:pPr lvl="1"/>
            <a:r>
              <a:rPr lang="en-GB" dirty="0"/>
              <a:t>Link-State Request (LSR): used by receiving routers to request more information about any entry in the DBD</a:t>
            </a:r>
          </a:p>
          <a:p>
            <a:pPr lvl="1"/>
            <a:r>
              <a:rPr lang="en-GB" dirty="0"/>
              <a:t>Link-State Update (LSU): used to reply to LSRs as well as to announce new information. LSUs contain seven different types of Link-State Advertisements (LSAs)</a:t>
            </a:r>
          </a:p>
          <a:p>
            <a:pPr lvl="1"/>
            <a:r>
              <a:rPr lang="en-GB" dirty="0"/>
              <a:t>Link-State Acknowledgement (</a:t>
            </a:r>
            <a:r>
              <a:rPr lang="en-GB" dirty="0" err="1"/>
              <a:t>LSAck</a:t>
            </a:r>
            <a:r>
              <a:rPr lang="en-GB" dirty="0"/>
              <a:t>): sent to confirm receipt of an LSU message</a:t>
            </a:r>
          </a:p>
        </p:txBody>
      </p:sp>
      <p:sp>
        <p:nvSpPr>
          <p:cNvPr id="4" name="Slide Number Placeholder 3">
            <a:extLst>
              <a:ext uri="{FF2B5EF4-FFF2-40B4-BE49-F238E27FC236}">
                <a16:creationId xmlns:a16="http://schemas.microsoft.com/office/drawing/2014/main" id="{56635F16-00DF-C5BA-BA33-7CEA72B647D8}"/>
              </a:ext>
            </a:extLst>
          </p:cNvPr>
          <p:cNvSpPr>
            <a:spLocks noGrp="1"/>
          </p:cNvSpPr>
          <p:nvPr>
            <p:ph type="sldNum" sz="quarter" idx="10"/>
          </p:nvPr>
        </p:nvSpPr>
        <p:spPr/>
        <p:txBody>
          <a:bodyPr/>
          <a:lstStyle/>
          <a:p>
            <a:r>
              <a:rPr lang="en-US"/>
              <a:t>PAGE </a:t>
            </a:r>
            <a:fld id="{4A9B5881-4007-4345-955A-79C2656F0C49}" type="slidenum">
              <a:rPr lang="en-US" smtClean="0"/>
              <a:pPr/>
              <a:t>10</a:t>
            </a:fld>
            <a:endParaRPr lang="en-US" dirty="0"/>
          </a:p>
        </p:txBody>
      </p:sp>
      <p:grpSp>
        <p:nvGrpSpPr>
          <p:cNvPr id="3" name="Group 2">
            <a:extLst>
              <a:ext uri="{FF2B5EF4-FFF2-40B4-BE49-F238E27FC236}">
                <a16:creationId xmlns:a16="http://schemas.microsoft.com/office/drawing/2014/main" id="{017CD1A0-F9C6-FAED-4A1E-314A85539875}"/>
              </a:ext>
            </a:extLst>
          </p:cNvPr>
          <p:cNvGrpSpPr/>
          <p:nvPr/>
        </p:nvGrpSpPr>
        <p:grpSpPr>
          <a:xfrm>
            <a:off x="11316372" y="4381629"/>
            <a:ext cx="821280" cy="1813283"/>
            <a:chOff x="11316372" y="4381629"/>
            <a:chExt cx="821280" cy="1813283"/>
          </a:xfrm>
        </p:grpSpPr>
        <p:pic>
          <p:nvPicPr>
            <p:cNvPr id="7" name="Picture 6">
              <a:extLst>
                <a:ext uri="{FF2B5EF4-FFF2-40B4-BE49-F238E27FC236}">
                  <a16:creationId xmlns:a16="http://schemas.microsoft.com/office/drawing/2014/main" id="{8F65386B-3C3F-AABC-C2B4-2A644940D20D}"/>
                </a:ext>
              </a:extLst>
            </p:cNvPr>
            <p:cNvPicPr>
              <a:picLocks noChangeAspect="1"/>
            </p:cNvPicPr>
            <p:nvPr/>
          </p:nvPicPr>
          <p:blipFill>
            <a:blip r:embed="rId2"/>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a:extLst>
                <a:ext uri="{FF2B5EF4-FFF2-40B4-BE49-F238E27FC236}">
                  <a16:creationId xmlns:a16="http://schemas.microsoft.com/office/drawing/2014/main" id="{4845A549-1B38-1392-EA43-D7CFD3415D1E}"/>
                </a:ext>
              </a:extLst>
            </p:cNvPr>
            <p:cNvPicPr>
              <a:picLocks noChangeAspect="1"/>
            </p:cNvPicPr>
            <p:nvPr/>
          </p:nvPicPr>
          <p:blipFill>
            <a:blip r:embed="rId3"/>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descr="Logo&#10;&#10;Description automatically generated">
              <a:extLst>
                <a:ext uri="{FF2B5EF4-FFF2-40B4-BE49-F238E27FC236}">
                  <a16:creationId xmlns:a16="http://schemas.microsoft.com/office/drawing/2014/main" id="{15F3214F-A9B1-4220-DA5A-FE47F41974BD}"/>
                </a:ext>
              </a:extLst>
            </p:cNvPr>
            <p:cNvPicPr>
              <a:picLocks noChangeAspect="1"/>
            </p:cNvPicPr>
            <p:nvPr/>
          </p:nvPicPr>
          <p:blipFill>
            <a:blip r:embed="rId4"/>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39123442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ADD5F26-090A-5B56-B708-450AEF398F29}"/>
              </a:ext>
            </a:extLst>
          </p:cNvPr>
          <p:cNvSpPr>
            <a:spLocks noGrp="1"/>
          </p:cNvSpPr>
          <p:nvPr>
            <p:ph type="title"/>
          </p:nvPr>
        </p:nvSpPr>
        <p:spPr>
          <a:xfrm>
            <a:off x="838200" y="641855"/>
            <a:ext cx="6273800" cy="772107"/>
          </a:xfrm>
        </p:spPr>
        <p:txBody>
          <a:bodyPr/>
          <a:lstStyle/>
          <a:p>
            <a:r>
              <a:rPr lang="en-GB" b="1" dirty="0"/>
              <a:t>OSPF Process</a:t>
            </a:r>
            <a:endParaRPr lang="en-US" b="1" dirty="0"/>
          </a:p>
        </p:txBody>
      </p:sp>
      <p:sp>
        <p:nvSpPr>
          <p:cNvPr id="4" name="Slide Number Placeholder 3">
            <a:extLst>
              <a:ext uri="{FF2B5EF4-FFF2-40B4-BE49-F238E27FC236}">
                <a16:creationId xmlns:a16="http://schemas.microsoft.com/office/drawing/2014/main" id="{56635F16-00DF-C5BA-BA33-7CEA72B647D8}"/>
              </a:ext>
            </a:extLst>
          </p:cNvPr>
          <p:cNvSpPr>
            <a:spLocks noGrp="1"/>
          </p:cNvSpPr>
          <p:nvPr>
            <p:ph type="sldNum" sz="quarter" idx="10"/>
          </p:nvPr>
        </p:nvSpPr>
        <p:spPr/>
        <p:txBody>
          <a:bodyPr/>
          <a:lstStyle/>
          <a:p>
            <a:r>
              <a:rPr lang="en-US"/>
              <a:t>PAGE </a:t>
            </a:r>
            <a:fld id="{4A9B5881-4007-4345-955A-79C2656F0C49}" type="slidenum">
              <a:rPr lang="en-US" smtClean="0"/>
              <a:pPr/>
              <a:t>11</a:t>
            </a:fld>
            <a:endParaRPr lang="en-US" dirty="0"/>
          </a:p>
        </p:txBody>
      </p:sp>
      <p:sp>
        <p:nvSpPr>
          <p:cNvPr id="6" name="Content Placeholder 5">
            <a:extLst>
              <a:ext uri="{FF2B5EF4-FFF2-40B4-BE49-F238E27FC236}">
                <a16:creationId xmlns:a16="http://schemas.microsoft.com/office/drawing/2014/main" id="{89925B5B-B200-5AAF-A526-139AE846CE0A}"/>
              </a:ext>
            </a:extLst>
          </p:cNvPr>
          <p:cNvSpPr>
            <a:spLocks noGrp="1"/>
          </p:cNvSpPr>
          <p:nvPr>
            <p:ph idx="1"/>
          </p:nvPr>
        </p:nvSpPr>
        <p:spPr/>
        <p:txBody>
          <a:bodyPr/>
          <a:lstStyle/>
          <a:p>
            <a:r>
              <a:rPr lang="en-US" dirty="0"/>
              <a:t>Down</a:t>
            </a:r>
          </a:p>
          <a:p>
            <a:r>
              <a:rPr lang="en-US" dirty="0" err="1"/>
              <a:t>init</a:t>
            </a:r>
            <a:endParaRPr lang="en-US" dirty="0"/>
          </a:p>
          <a:p>
            <a:r>
              <a:rPr lang="en-US" dirty="0"/>
              <a:t>2 way</a:t>
            </a:r>
          </a:p>
          <a:p>
            <a:r>
              <a:rPr lang="en-US" dirty="0" err="1"/>
              <a:t>Exstart</a:t>
            </a:r>
            <a:endParaRPr lang="en-US" dirty="0"/>
          </a:p>
          <a:p>
            <a:r>
              <a:rPr lang="en-US" dirty="0"/>
              <a:t>Exchange</a:t>
            </a:r>
          </a:p>
          <a:p>
            <a:r>
              <a:rPr lang="en-US" dirty="0"/>
              <a:t>Loading</a:t>
            </a:r>
          </a:p>
          <a:p>
            <a:r>
              <a:rPr lang="en-US" dirty="0"/>
              <a:t>Full</a:t>
            </a:r>
          </a:p>
          <a:p>
            <a:endParaRPr lang="en-US" dirty="0"/>
          </a:p>
        </p:txBody>
      </p:sp>
      <p:grpSp>
        <p:nvGrpSpPr>
          <p:cNvPr id="7" name="Group 6">
            <a:extLst>
              <a:ext uri="{FF2B5EF4-FFF2-40B4-BE49-F238E27FC236}">
                <a16:creationId xmlns:a16="http://schemas.microsoft.com/office/drawing/2014/main" id="{A31DFF28-7383-7F08-0A20-76D7AE2B59CF}"/>
              </a:ext>
            </a:extLst>
          </p:cNvPr>
          <p:cNvGrpSpPr/>
          <p:nvPr/>
        </p:nvGrpSpPr>
        <p:grpSpPr>
          <a:xfrm>
            <a:off x="11316372" y="4381629"/>
            <a:ext cx="821280" cy="1813283"/>
            <a:chOff x="11316372" y="4381629"/>
            <a:chExt cx="821280" cy="1813283"/>
          </a:xfrm>
        </p:grpSpPr>
        <p:pic>
          <p:nvPicPr>
            <p:cNvPr id="8" name="Picture 7">
              <a:extLst>
                <a:ext uri="{FF2B5EF4-FFF2-40B4-BE49-F238E27FC236}">
                  <a16:creationId xmlns:a16="http://schemas.microsoft.com/office/drawing/2014/main" id="{82AB8DB3-F2FC-8358-8A2E-FFBF82F7865B}"/>
                </a:ext>
              </a:extLst>
            </p:cNvPr>
            <p:cNvPicPr>
              <a:picLocks noChangeAspect="1"/>
            </p:cNvPicPr>
            <p:nvPr/>
          </p:nvPicPr>
          <p:blipFill>
            <a:blip r:embed="rId2"/>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a:extLst>
                <a:ext uri="{FF2B5EF4-FFF2-40B4-BE49-F238E27FC236}">
                  <a16:creationId xmlns:a16="http://schemas.microsoft.com/office/drawing/2014/main" id="{1B51D483-B154-8F74-67A3-07D184DC1840}"/>
                </a:ext>
              </a:extLst>
            </p:cNvPr>
            <p:cNvPicPr>
              <a:picLocks noChangeAspect="1"/>
            </p:cNvPicPr>
            <p:nvPr/>
          </p:nvPicPr>
          <p:blipFill>
            <a:blip r:embed="rId3"/>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Picture 9" descr="Logo&#10;&#10;Description automatically generated">
              <a:extLst>
                <a:ext uri="{FF2B5EF4-FFF2-40B4-BE49-F238E27FC236}">
                  <a16:creationId xmlns:a16="http://schemas.microsoft.com/office/drawing/2014/main" id="{93FA4FF1-60D8-C619-3CDE-756B731BADC9}"/>
                </a:ext>
              </a:extLst>
            </p:cNvPr>
            <p:cNvPicPr>
              <a:picLocks noChangeAspect="1"/>
            </p:cNvPicPr>
            <p:nvPr/>
          </p:nvPicPr>
          <p:blipFill>
            <a:blip r:embed="rId4"/>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40693201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40739-9309-3B54-C3EE-9735B2784BFE}"/>
              </a:ext>
            </a:extLst>
          </p:cNvPr>
          <p:cNvSpPr>
            <a:spLocks noGrp="1"/>
          </p:cNvSpPr>
          <p:nvPr>
            <p:ph type="title"/>
          </p:nvPr>
        </p:nvSpPr>
        <p:spPr>
          <a:xfrm>
            <a:off x="838200" y="641855"/>
            <a:ext cx="6273800" cy="772107"/>
          </a:xfrm>
        </p:spPr>
        <p:txBody>
          <a:bodyPr/>
          <a:lstStyle/>
          <a:p>
            <a:r>
              <a:rPr lang="en-GB" b="1" dirty="0"/>
              <a:t>OSPF Process(Cont.)</a:t>
            </a:r>
            <a:endParaRPr lang="en-US" dirty="0"/>
          </a:p>
        </p:txBody>
      </p:sp>
      <p:pic>
        <p:nvPicPr>
          <p:cNvPr id="5" name="Content Placeholder 4">
            <a:extLst>
              <a:ext uri="{FF2B5EF4-FFF2-40B4-BE49-F238E27FC236}">
                <a16:creationId xmlns:a16="http://schemas.microsoft.com/office/drawing/2014/main" id="{7214ACFA-EC53-61A2-2CDA-7C15289BDA72}"/>
              </a:ext>
            </a:extLst>
          </p:cNvPr>
          <p:cNvPicPr>
            <a:picLocks noGrp="1" noChangeAspect="1"/>
          </p:cNvPicPr>
          <p:nvPr>
            <p:ph idx="1"/>
          </p:nvPr>
        </p:nvPicPr>
        <p:blipFill>
          <a:blip r:embed="rId2">
            <a:duotone>
              <a:schemeClr val="accent2">
                <a:shade val="45000"/>
                <a:satMod val="135000"/>
              </a:schemeClr>
              <a:prstClr val="white"/>
            </a:duotone>
          </a:blip>
          <a:stretch>
            <a:fillRect/>
          </a:stretch>
        </p:blipFill>
        <p:spPr>
          <a:xfrm>
            <a:off x="2264332" y="2190997"/>
            <a:ext cx="7663336" cy="2999492"/>
          </a:xfrm>
          <a:prstGeom prst="rect">
            <a:avLst/>
          </a:prstGeom>
        </p:spPr>
      </p:pic>
      <p:sp>
        <p:nvSpPr>
          <p:cNvPr id="4" name="Slide Number Placeholder 3">
            <a:extLst>
              <a:ext uri="{FF2B5EF4-FFF2-40B4-BE49-F238E27FC236}">
                <a16:creationId xmlns:a16="http://schemas.microsoft.com/office/drawing/2014/main" id="{C3955795-5FC9-3621-4966-2D57245DD84B}"/>
              </a:ext>
            </a:extLst>
          </p:cNvPr>
          <p:cNvSpPr>
            <a:spLocks noGrp="1"/>
          </p:cNvSpPr>
          <p:nvPr>
            <p:ph type="sldNum" sz="quarter" idx="10"/>
          </p:nvPr>
        </p:nvSpPr>
        <p:spPr/>
        <p:txBody>
          <a:bodyPr/>
          <a:lstStyle/>
          <a:p>
            <a:r>
              <a:rPr lang="en-US"/>
              <a:t>PAGE </a:t>
            </a:r>
            <a:fld id="{4A9B5881-4007-4345-955A-79C2656F0C49}" type="slidenum">
              <a:rPr lang="en-US" smtClean="0"/>
              <a:pPr/>
              <a:t>12</a:t>
            </a:fld>
            <a:endParaRPr lang="en-US" dirty="0"/>
          </a:p>
        </p:txBody>
      </p:sp>
      <p:grpSp>
        <p:nvGrpSpPr>
          <p:cNvPr id="6" name="Group 5">
            <a:extLst>
              <a:ext uri="{FF2B5EF4-FFF2-40B4-BE49-F238E27FC236}">
                <a16:creationId xmlns:a16="http://schemas.microsoft.com/office/drawing/2014/main" id="{77C3DE97-C8EC-D7B7-FDBF-CD6CC99C3582}"/>
              </a:ext>
            </a:extLst>
          </p:cNvPr>
          <p:cNvGrpSpPr/>
          <p:nvPr/>
        </p:nvGrpSpPr>
        <p:grpSpPr>
          <a:xfrm>
            <a:off x="11316372" y="4381629"/>
            <a:ext cx="821280" cy="1813283"/>
            <a:chOff x="11316372" y="4381629"/>
            <a:chExt cx="821280" cy="1813283"/>
          </a:xfrm>
        </p:grpSpPr>
        <p:pic>
          <p:nvPicPr>
            <p:cNvPr id="7" name="Picture 6">
              <a:extLst>
                <a:ext uri="{FF2B5EF4-FFF2-40B4-BE49-F238E27FC236}">
                  <a16:creationId xmlns:a16="http://schemas.microsoft.com/office/drawing/2014/main" id="{857244E6-CD35-B762-EDD7-C88DA9249816}"/>
                </a:ext>
              </a:extLst>
            </p:cNvPr>
            <p:cNvPicPr>
              <a:picLocks noChangeAspect="1"/>
            </p:cNvPicPr>
            <p:nvPr/>
          </p:nvPicPr>
          <p:blipFill>
            <a:blip r:embed="rId3"/>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a:extLst>
                <a:ext uri="{FF2B5EF4-FFF2-40B4-BE49-F238E27FC236}">
                  <a16:creationId xmlns:a16="http://schemas.microsoft.com/office/drawing/2014/main" id="{B3E09AD8-65F5-6737-3B3A-D8AC8A58B12B}"/>
                </a:ext>
              </a:extLst>
            </p:cNvPr>
            <p:cNvPicPr>
              <a:picLocks noChangeAspect="1"/>
            </p:cNvPicPr>
            <p:nvPr/>
          </p:nvPicPr>
          <p:blipFill>
            <a:blip r:embed="rId4"/>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descr="Logo&#10;&#10;Description automatically generated">
              <a:extLst>
                <a:ext uri="{FF2B5EF4-FFF2-40B4-BE49-F238E27FC236}">
                  <a16:creationId xmlns:a16="http://schemas.microsoft.com/office/drawing/2014/main" id="{7208E5F2-604D-3CFB-FE38-622EB8395833}"/>
                </a:ext>
              </a:extLst>
            </p:cNvPr>
            <p:cNvPicPr>
              <a:picLocks noChangeAspect="1"/>
            </p:cNvPicPr>
            <p:nvPr/>
          </p:nvPicPr>
          <p:blipFill>
            <a:blip r:embed="rId5"/>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2017399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9D248-7E7D-0125-7F72-8626D53266FB}"/>
              </a:ext>
            </a:extLst>
          </p:cNvPr>
          <p:cNvSpPr>
            <a:spLocks noGrp="1"/>
          </p:cNvSpPr>
          <p:nvPr>
            <p:ph type="title"/>
          </p:nvPr>
        </p:nvSpPr>
        <p:spPr>
          <a:xfrm>
            <a:off x="838200" y="641855"/>
            <a:ext cx="6273800" cy="772107"/>
          </a:xfrm>
        </p:spPr>
        <p:txBody>
          <a:bodyPr/>
          <a:lstStyle/>
          <a:p>
            <a:r>
              <a:rPr lang="en-GB" dirty="0"/>
              <a:t>OSPF Hello Packet</a:t>
            </a:r>
            <a:endParaRPr lang="en-US" dirty="0"/>
          </a:p>
        </p:txBody>
      </p:sp>
      <p:pic>
        <p:nvPicPr>
          <p:cNvPr id="5" name="Content Placeholder 4">
            <a:extLst>
              <a:ext uri="{FF2B5EF4-FFF2-40B4-BE49-F238E27FC236}">
                <a16:creationId xmlns:a16="http://schemas.microsoft.com/office/drawing/2014/main" id="{E967C29B-B606-C155-FB6E-80A6DF6D31E1}"/>
              </a:ext>
            </a:extLst>
          </p:cNvPr>
          <p:cNvPicPr>
            <a:picLocks noGrp="1" noChangeAspect="1"/>
          </p:cNvPicPr>
          <p:nvPr>
            <p:ph idx="1"/>
          </p:nvPr>
        </p:nvPicPr>
        <p:blipFill>
          <a:blip r:embed="rId2">
            <a:duotone>
              <a:schemeClr val="accent2">
                <a:shade val="45000"/>
                <a:satMod val="135000"/>
              </a:schemeClr>
              <a:prstClr val="white"/>
            </a:duotone>
          </a:blip>
          <a:stretch>
            <a:fillRect/>
          </a:stretch>
        </p:blipFill>
        <p:spPr>
          <a:xfrm>
            <a:off x="2482467" y="2082187"/>
            <a:ext cx="7227065" cy="3161841"/>
          </a:xfrm>
          <a:prstGeom prst="rect">
            <a:avLst/>
          </a:prstGeom>
        </p:spPr>
      </p:pic>
      <p:sp>
        <p:nvSpPr>
          <p:cNvPr id="4" name="Slide Number Placeholder 3">
            <a:extLst>
              <a:ext uri="{FF2B5EF4-FFF2-40B4-BE49-F238E27FC236}">
                <a16:creationId xmlns:a16="http://schemas.microsoft.com/office/drawing/2014/main" id="{27671738-2449-CBEC-783C-DD7FF5542E30}"/>
              </a:ext>
            </a:extLst>
          </p:cNvPr>
          <p:cNvSpPr>
            <a:spLocks noGrp="1"/>
          </p:cNvSpPr>
          <p:nvPr>
            <p:ph type="sldNum" sz="quarter" idx="10"/>
          </p:nvPr>
        </p:nvSpPr>
        <p:spPr/>
        <p:txBody>
          <a:bodyPr/>
          <a:lstStyle/>
          <a:p>
            <a:r>
              <a:rPr lang="en-US"/>
              <a:t>PAGE </a:t>
            </a:r>
            <a:fld id="{4A9B5881-4007-4345-955A-79C2656F0C49}" type="slidenum">
              <a:rPr lang="en-US" smtClean="0"/>
              <a:pPr/>
              <a:t>13</a:t>
            </a:fld>
            <a:endParaRPr lang="en-US" dirty="0"/>
          </a:p>
        </p:txBody>
      </p:sp>
      <p:grpSp>
        <p:nvGrpSpPr>
          <p:cNvPr id="3" name="Group 2">
            <a:extLst>
              <a:ext uri="{FF2B5EF4-FFF2-40B4-BE49-F238E27FC236}">
                <a16:creationId xmlns:a16="http://schemas.microsoft.com/office/drawing/2014/main" id="{0EFE5B2B-B69F-3268-B2BB-71337D472C3C}"/>
              </a:ext>
            </a:extLst>
          </p:cNvPr>
          <p:cNvGrpSpPr/>
          <p:nvPr/>
        </p:nvGrpSpPr>
        <p:grpSpPr>
          <a:xfrm>
            <a:off x="11316372" y="4381629"/>
            <a:ext cx="821280" cy="1813283"/>
            <a:chOff x="11316372" y="4381629"/>
            <a:chExt cx="821280" cy="1813283"/>
          </a:xfrm>
        </p:grpSpPr>
        <p:pic>
          <p:nvPicPr>
            <p:cNvPr id="6" name="Picture 5">
              <a:extLst>
                <a:ext uri="{FF2B5EF4-FFF2-40B4-BE49-F238E27FC236}">
                  <a16:creationId xmlns:a16="http://schemas.microsoft.com/office/drawing/2014/main" id="{29B235AC-BDED-523F-F4EA-CEE9C39FEED3}"/>
                </a:ext>
              </a:extLst>
            </p:cNvPr>
            <p:cNvPicPr>
              <a:picLocks noChangeAspect="1"/>
            </p:cNvPicPr>
            <p:nvPr/>
          </p:nvPicPr>
          <p:blipFill>
            <a:blip r:embed="rId3"/>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a:extLst>
                <a:ext uri="{FF2B5EF4-FFF2-40B4-BE49-F238E27FC236}">
                  <a16:creationId xmlns:a16="http://schemas.microsoft.com/office/drawing/2014/main" id="{143E59D3-8B80-8E30-3C27-24A0D6CD9A8D}"/>
                </a:ext>
              </a:extLst>
            </p:cNvPr>
            <p:cNvPicPr>
              <a:picLocks noChangeAspect="1"/>
            </p:cNvPicPr>
            <p:nvPr/>
          </p:nvPicPr>
          <p:blipFill>
            <a:blip r:embed="rId4"/>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descr="Logo&#10;&#10;Description automatically generated">
              <a:extLst>
                <a:ext uri="{FF2B5EF4-FFF2-40B4-BE49-F238E27FC236}">
                  <a16:creationId xmlns:a16="http://schemas.microsoft.com/office/drawing/2014/main" id="{8B9BEDE0-991C-E389-CC0D-9788247269F0}"/>
                </a:ext>
              </a:extLst>
            </p:cNvPr>
            <p:cNvPicPr>
              <a:picLocks noChangeAspect="1"/>
            </p:cNvPicPr>
            <p:nvPr/>
          </p:nvPicPr>
          <p:blipFill>
            <a:blip r:embed="rId5"/>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46859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DD846-741A-A013-27E5-DFC61C7DA7B5}"/>
              </a:ext>
            </a:extLst>
          </p:cNvPr>
          <p:cNvSpPr>
            <a:spLocks noGrp="1"/>
          </p:cNvSpPr>
          <p:nvPr>
            <p:ph type="title"/>
          </p:nvPr>
        </p:nvSpPr>
        <p:spPr>
          <a:xfrm>
            <a:off x="838200" y="641855"/>
            <a:ext cx="6273800" cy="772107"/>
          </a:xfrm>
        </p:spPr>
        <p:txBody>
          <a:bodyPr/>
          <a:lstStyle/>
          <a:p>
            <a:r>
              <a:rPr lang="en-US" b="1" dirty="0"/>
              <a:t>OSPF router ID</a:t>
            </a:r>
          </a:p>
        </p:txBody>
      </p:sp>
      <p:sp>
        <p:nvSpPr>
          <p:cNvPr id="3" name="Content Placeholder 2">
            <a:extLst>
              <a:ext uri="{FF2B5EF4-FFF2-40B4-BE49-F238E27FC236}">
                <a16:creationId xmlns:a16="http://schemas.microsoft.com/office/drawing/2014/main" id="{82C14E9F-38C1-C70A-EDBD-516A8B12E5F6}"/>
              </a:ext>
            </a:extLst>
          </p:cNvPr>
          <p:cNvSpPr>
            <a:spLocks noGrp="1"/>
          </p:cNvSpPr>
          <p:nvPr>
            <p:ph idx="1"/>
          </p:nvPr>
        </p:nvSpPr>
        <p:spPr>
          <a:xfrm>
            <a:off x="838200" y="1864807"/>
            <a:ext cx="10515600" cy="4351338"/>
          </a:xfrm>
        </p:spPr>
        <p:txBody>
          <a:bodyPr/>
          <a:lstStyle/>
          <a:p>
            <a:r>
              <a:rPr lang="en-GB" dirty="0"/>
              <a:t>Used to identify the router inside the OSPF database</a:t>
            </a:r>
          </a:p>
          <a:p>
            <a:r>
              <a:rPr lang="en-GB" dirty="0"/>
              <a:t>OSPF identify using same ID in all directions</a:t>
            </a:r>
          </a:p>
          <a:p>
            <a:r>
              <a:rPr lang="en-GB" dirty="0"/>
              <a:t>Default uses highest IP address of active physical interface</a:t>
            </a:r>
          </a:p>
          <a:p>
            <a:endParaRPr lang="en-US" dirty="0"/>
          </a:p>
        </p:txBody>
      </p:sp>
      <p:sp>
        <p:nvSpPr>
          <p:cNvPr id="4" name="Slide Number Placeholder 3">
            <a:extLst>
              <a:ext uri="{FF2B5EF4-FFF2-40B4-BE49-F238E27FC236}">
                <a16:creationId xmlns:a16="http://schemas.microsoft.com/office/drawing/2014/main" id="{8704263F-73E3-FBCE-590E-28075C3ADE6D}"/>
              </a:ext>
            </a:extLst>
          </p:cNvPr>
          <p:cNvSpPr>
            <a:spLocks noGrp="1"/>
          </p:cNvSpPr>
          <p:nvPr>
            <p:ph type="sldNum" sz="quarter" idx="10"/>
          </p:nvPr>
        </p:nvSpPr>
        <p:spPr/>
        <p:txBody>
          <a:bodyPr/>
          <a:lstStyle/>
          <a:p>
            <a:r>
              <a:rPr lang="en-US"/>
              <a:t>PAGE </a:t>
            </a:r>
            <a:fld id="{4A9B5881-4007-4345-955A-79C2656F0C49}" type="slidenum">
              <a:rPr lang="en-US" smtClean="0"/>
              <a:pPr/>
              <a:t>14</a:t>
            </a:fld>
            <a:endParaRPr lang="en-US" dirty="0"/>
          </a:p>
        </p:txBody>
      </p:sp>
      <p:pic>
        <p:nvPicPr>
          <p:cNvPr id="5" name="Picture 4">
            <a:extLst>
              <a:ext uri="{FF2B5EF4-FFF2-40B4-BE49-F238E27FC236}">
                <a16:creationId xmlns:a16="http://schemas.microsoft.com/office/drawing/2014/main" id="{398ECCB3-A1D4-AD88-A07C-722180F76465}"/>
              </a:ext>
            </a:extLst>
          </p:cNvPr>
          <p:cNvPicPr>
            <a:picLocks noChangeAspect="1"/>
          </p:cNvPicPr>
          <p:nvPr/>
        </p:nvPicPr>
        <p:blipFill>
          <a:blip r:embed="rId2">
            <a:duotone>
              <a:schemeClr val="accent2">
                <a:shade val="45000"/>
                <a:satMod val="135000"/>
              </a:schemeClr>
              <a:prstClr val="white"/>
            </a:duotone>
          </a:blip>
          <a:stretch>
            <a:fillRect/>
          </a:stretch>
        </p:blipFill>
        <p:spPr>
          <a:xfrm>
            <a:off x="3361707" y="3429000"/>
            <a:ext cx="5468586" cy="1920406"/>
          </a:xfrm>
          <a:prstGeom prst="rect">
            <a:avLst/>
          </a:prstGeom>
        </p:spPr>
      </p:pic>
      <p:grpSp>
        <p:nvGrpSpPr>
          <p:cNvPr id="6" name="Group 5">
            <a:extLst>
              <a:ext uri="{FF2B5EF4-FFF2-40B4-BE49-F238E27FC236}">
                <a16:creationId xmlns:a16="http://schemas.microsoft.com/office/drawing/2014/main" id="{6A2423C7-A4F1-043B-FEF6-8556FE1ADFF5}"/>
              </a:ext>
            </a:extLst>
          </p:cNvPr>
          <p:cNvGrpSpPr/>
          <p:nvPr/>
        </p:nvGrpSpPr>
        <p:grpSpPr>
          <a:xfrm>
            <a:off x="11316372" y="4381629"/>
            <a:ext cx="821280" cy="1813283"/>
            <a:chOff x="11316372" y="4381629"/>
            <a:chExt cx="821280" cy="1813283"/>
          </a:xfrm>
        </p:grpSpPr>
        <p:pic>
          <p:nvPicPr>
            <p:cNvPr id="7" name="Picture 6">
              <a:extLst>
                <a:ext uri="{FF2B5EF4-FFF2-40B4-BE49-F238E27FC236}">
                  <a16:creationId xmlns:a16="http://schemas.microsoft.com/office/drawing/2014/main" id="{44769E9D-E1AD-C1C6-5A93-DF95ECC8435C}"/>
                </a:ext>
              </a:extLst>
            </p:cNvPr>
            <p:cNvPicPr>
              <a:picLocks noChangeAspect="1"/>
            </p:cNvPicPr>
            <p:nvPr/>
          </p:nvPicPr>
          <p:blipFill>
            <a:blip r:embed="rId3"/>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a:extLst>
                <a:ext uri="{FF2B5EF4-FFF2-40B4-BE49-F238E27FC236}">
                  <a16:creationId xmlns:a16="http://schemas.microsoft.com/office/drawing/2014/main" id="{59755074-2D2F-C83C-95C9-D7731CBF35D0}"/>
                </a:ext>
              </a:extLst>
            </p:cNvPr>
            <p:cNvPicPr>
              <a:picLocks noChangeAspect="1"/>
            </p:cNvPicPr>
            <p:nvPr/>
          </p:nvPicPr>
          <p:blipFill>
            <a:blip r:embed="rId4"/>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descr="Logo&#10;&#10;Description automatically generated">
              <a:extLst>
                <a:ext uri="{FF2B5EF4-FFF2-40B4-BE49-F238E27FC236}">
                  <a16:creationId xmlns:a16="http://schemas.microsoft.com/office/drawing/2014/main" id="{ED4B0AC9-AF0E-F32A-23F0-0DE56AE81CA7}"/>
                </a:ext>
              </a:extLst>
            </p:cNvPr>
            <p:cNvPicPr>
              <a:picLocks noChangeAspect="1"/>
            </p:cNvPicPr>
            <p:nvPr/>
          </p:nvPicPr>
          <p:blipFill>
            <a:blip r:embed="rId5"/>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114726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BC188-CD16-48E8-50DD-EA5BB9D4F763}"/>
              </a:ext>
            </a:extLst>
          </p:cNvPr>
          <p:cNvSpPr>
            <a:spLocks noGrp="1"/>
          </p:cNvSpPr>
          <p:nvPr>
            <p:ph type="title"/>
          </p:nvPr>
        </p:nvSpPr>
        <p:spPr>
          <a:xfrm>
            <a:off x="838200" y="641855"/>
            <a:ext cx="6273800" cy="772107"/>
          </a:xfrm>
        </p:spPr>
        <p:txBody>
          <a:bodyPr/>
          <a:lstStyle/>
          <a:p>
            <a:r>
              <a:rPr lang="en-US" dirty="0"/>
              <a:t>OSPF Process(Cont.)</a:t>
            </a:r>
          </a:p>
        </p:txBody>
      </p:sp>
      <p:pic>
        <p:nvPicPr>
          <p:cNvPr id="5" name="Content Placeholder 4">
            <a:extLst>
              <a:ext uri="{FF2B5EF4-FFF2-40B4-BE49-F238E27FC236}">
                <a16:creationId xmlns:a16="http://schemas.microsoft.com/office/drawing/2014/main" id="{A95B8F87-2D4C-C508-5D42-112728DE6D0C}"/>
              </a:ext>
            </a:extLst>
          </p:cNvPr>
          <p:cNvPicPr>
            <a:picLocks noGrp="1" noChangeAspect="1"/>
          </p:cNvPicPr>
          <p:nvPr>
            <p:ph idx="1"/>
          </p:nvPr>
        </p:nvPicPr>
        <p:blipFill>
          <a:blip r:embed="rId2">
            <a:duotone>
              <a:schemeClr val="accent2">
                <a:shade val="45000"/>
                <a:satMod val="135000"/>
              </a:schemeClr>
              <a:prstClr val="white"/>
            </a:duotone>
          </a:blip>
          <a:stretch>
            <a:fillRect/>
          </a:stretch>
        </p:blipFill>
        <p:spPr>
          <a:xfrm>
            <a:off x="2718509" y="2028982"/>
            <a:ext cx="6754982" cy="3523473"/>
          </a:xfrm>
          <a:prstGeom prst="rect">
            <a:avLst/>
          </a:prstGeom>
        </p:spPr>
      </p:pic>
      <p:sp>
        <p:nvSpPr>
          <p:cNvPr id="4" name="Slide Number Placeholder 3">
            <a:extLst>
              <a:ext uri="{FF2B5EF4-FFF2-40B4-BE49-F238E27FC236}">
                <a16:creationId xmlns:a16="http://schemas.microsoft.com/office/drawing/2014/main" id="{6236FE0F-2342-31FA-C18E-FCC46CE6B8B4}"/>
              </a:ext>
            </a:extLst>
          </p:cNvPr>
          <p:cNvSpPr>
            <a:spLocks noGrp="1"/>
          </p:cNvSpPr>
          <p:nvPr>
            <p:ph type="sldNum" sz="quarter" idx="10"/>
          </p:nvPr>
        </p:nvSpPr>
        <p:spPr/>
        <p:txBody>
          <a:bodyPr/>
          <a:lstStyle/>
          <a:p>
            <a:r>
              <a:rPr lang="en-US"/>
              <a:t>PAGE </a:t>
            </a:r>
            <a:fld id="{4A9B5881-4007-4345-955A-79C2656F0C49}" type="slidenum">
              <a:rPr lang="en-US" smtClean="0"/>
              <a:pPr/>
              <a:t>15</a:t>
            </a:fld>
            <a:endParaRPr lang="en-US" dirty="0"/>
          </a:p>
        </p:txBody>
      </p:sp>
      <p:grpSp>
        <p:nvGrpSpPr>
          <p:cNvPr id="6" name="Group 5">
            <a:extLst>
              <a:ext uri="{FF2B5EF4-FFF2-40B4-BE49-F238E27FC236}">
                <a16:creationId xmlns:a16="http://schemas.microsoft.com/office/drawing/2014/main" id="{B4BB7C28-0D2F-2E27-E13D-54F1BADA4B2D}"/>
              </a:ext>
            </a:extLst>
          </p:cNvPr>
          <p:cNvGrpSpPr/>
          <p:nvPr/>
        </p:nvGrpSpPr>
        <p:grpSpPr>
          <a:xfrm>
            <a:off x="11316372" y="4381629"/>
            <a:ext cx="821280" cy="1813283"/>
            <a:chOff x="11316372" y="4381629"/>
            <a:chExt cx="821280" cy="1813283"/>
          </a:xfrm>
        </p:grpSpPr>
        <p:pic>
          <p:nvPicPr>
            <p:cNvPr id="7" name="Picture 6">
              <a:extLst>
                <a:ext uri="{FF2B5EF4-FFF2-40B4-BE49-F238E27FC236}">
                  <a16:creationId xmlns:a16="http://schemas.microsoft.com/office/drawing/2014/main" id="{9A2E1964-EF61-0C8F-C7C7-4749AF9FBFEC}"/>
                </a:ext>
              </a:extLst>
            </p:cNvPr>
            <p:cNvPicPr>
              <a:picLocks noChangeAspect="1"/>
            </p:cNvPicPr>
            <p:nvPr/>
          </p:nvPicPr>
          <p:blipFill>
            <a:blip r:embed="rId3"/>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a:extLst>
                <a:ext uri="{FF2B5EF4-FFF2-40B4-BE49-F238E27FC236}">
                  <a16:creationId xmlns:a16="http://schemas.microsoft.com/office/drawing/2014/main" id="{C3C8166C-3EF4-1736-6604-7C629E27B67E}"/>
                </a:ext>
              </a:extLst>
            </p:cNvPr>
            <p:cNvPicPr>
              <a:picLocks noChangeAspect="1"/>
            </p:cNvPicPr>
            <p:nvPr/>
          </p:nvPicPr>
          <p:blipFill>
            <a:blip r:embed="rId4"/>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descr="Logo&#10;&#10;Description automatically generated">
              <a:extLst>
                <a:ext uri="{FF2B5EF4-FFF2-40B4-BE49-F238E27FC236}">
                  <a16:creationId xmlns:a16="http://schemas.microsoft.com/office/drawing/2014/main" id="{D84F5A3B-40C6-F1E1-031A-8C159BAD82B7}"/>
                </a:ext>
              </a:extLst>
            </p:cNvPr>
            <p:cNvPicPr>
              <a:picLocks noChangeAspect="1"/>
            </p:cNvPicPr>
            <p:nvPr/>
          </p:nvPicPr>
          <p:blipFill>
            <a:blip r:embed="rId5"/>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4161081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3F6DB-2F21-2DBA-2851-2F757074EE11}"/>
              </a:ext>
            </a:extLst>
          </p:cNvPr>
          <p:cNvSpPr>
            <a:spLocks noGrp="1"/>
          </p:cNvSpPr>
          <p:nvPr>
            <p:ph type="title"/>
          </p:nvPr>
        </p:nvSpPr>
        <p:spPr>
          <a:xfrm>
            <a:off x="838200" y="641855"/>
            <a:ext cx="6273800" cy="772107"/>
          </a:xfrm>
        </p:spPr>
        <p:txBody>
          <a:bodyPr/>
          <a:lstStyle/>
          <a:p>
            <a:r>
              <a:rPr lang="en-US" dirty="0"/>
              <a:t>OSPF Tables</a:t>
            </a:r>
          </a:p>
        </p:txBody>
      </p:sp>
      <p:sp>
        <p:nvSpPr>
          <p:cNvPr id="3" name="Content Placeholder 2">
            <a:extLst>
              <a:ext uri="{FF2B5EF4-FFF2-40B4-BE49-F238E27FC236}">
                <a16:creationId xmlns:a16="http://schemas.microsoft.com/office/drawing/2014/main" id="{76A25D63-765D-13EA-D289-5AB5B14044C3}"/>
              </a:ext>
            </a:extLst>
          </p:cNvPr>
          <p:cNvSpPr>
            <a:spLocks noGrp="1"/>
          </p:cNvSpPr>
          <p:nvPr>
            <p:ph idx="1"/>
          </p:nvPr>
        </p:nvSpPr>
        <p:spPr/>
        <p:txBody>
          <a:bodyPr/>
          <a:lstStyle/>
          <a:p>
            <a:r>
              <a:rPr lang="en-US" dirty="0"/>
              <a:t>Neighbor Table</a:t>
            </a:r>
          </a:p>
          <a:p>
            <a:pPr lvl="1">
              <a:buFontTx/>
              <a:buChar char="-"/>
            </a:pPr>
            <a:r>
              <a:rPr lang="en-US" dirty="0"/>
              <a:t>Contains list of directly connected routes</a:t>
            </a:r>
          </a:p>
          <a:p>
            <a:pPr lvl="1">
              <a:buFontTx/>
              <a:buChar char="-"/>
            </a:pPr>
            <a:r>
              <a:rPr lang="en-US" dirty="0"/>
              <a:t># show </a:t>
            </a:r>
            <a:r>
              <a:rPr lang="en-US" dirty="0" err="1"/>
              <a:t>ip</a:t>
            </a:r>
            <a:r>
              <a:rPr lang="en-US" dirty="0"/>
              <a:t> </a:t>
            </a:r>
            <a:r>
              <a:rPr lang="en-US" dirty="0" err="1"/>
              <a:t>ospf</a:t>
            </a:r>
            <a:r>
              <a:rPr lang="en-US" dirty="0"/>
              <a:t> neighbor</a:t>
            </a:r>
          </a:p>
          <a:p>
            <a:r>
              <a:rPr lang="en-US" dirty="0"/>
              <a:t>Routing Table</a:t>
            </a:r>
          </a:p>
          <a:p>
            <a:pPr lvl="1">
              <a:buFontTx/>
              <a:buChar char="-"/>
            </a:pPr>
            <a:r>
              <a:rPr lang="en-US" dirty="0"/>
              <a:t>The best route to destination</a:t>
            </a:r>
          </a:p>
          <a:p>
            <a:pPr lvl="1">
              <a:buFontTx/>
              <a:buChar char="-"/>
            </a:pPr>
            <a:r>
              <a:rPr lang="en-US" dirty="0"/>
              <a:t># show </a:t>
            </a:r>
            <a:r>
              <a:rPr lang="en-US" dirty="0" err="1"/>
              <a:t>ip</a:t>
            </a:r>
            <a:r>
              <a:rPr lang="en-US" dirty="0"/>
              <a:t> route</a:t>
            </a:r>
          </a:p>
          <a:p>
            <a:r>
              <a:rPr lang="en-US" dirty="0"/>
              <a:t>Database table</a:t>
            </a:r>
          </a:p>
          <a:p>
            <a:pPr lvl="1">
              <a:buFontTx/>
              <a:buChar char="-"/>
            </a:pPr>
            <a:r>
              <a:rPr lang="en-US" dirty="0"/>
              <a:t>Referred to as LSDB ( link state database)</a:t>
            </a:r>
          </a:p>
          <a:p>
            <a:pPr lvl="1">
              <a:buFontTx/>
              <a:buChar char="-"/>
            </a:pPr>
            <a:r>
              <a:rPr lang="en-US" dirty="0"/>
              <a:t>Contains information about all the possible routes to the networks with in the area</a:t>
            </a:r>
          </a:p>
          <a:p>
            <a:pPr marL="457200" lvl="1" indent="0">
              <a:buNone/>
            </a:pPr>
            <a:r>
              <a:rPr lang="en-US" dirty="0"/>
              <a:t>- # show </a:t>
            </a:r>
            <a:r>
              <a:rPr lang="en-US" dirty="0" err="1"/>
              <a:t>ip</a:t>
            </a:r>
            <a:r>
              <a:rPr lang="en-US" dirty="0"/>
              <a:t> </a:t>
            </a:r>
            <a:r>
              <a:rPr lang="en-US" dirty="0" err="1"/>
              <a:t>ospf</a:t>
            </a:r>
            <a:r>
              <a:rPr lang="en-US" dirty="0"/>
              <a:t> database</a:t>
            </a:r>
          </a:p>
          <a:p>
            <a:endParaRPr lang="en-US" dirty="0"/>
          </a:p>
        </p:txBody>
      </p:sp>
      <p:sp>
        <p:nvSpPr>
          <p:cNvPr id="4" name="Slide Number Placeholder 3">
            <a:extLst>
              <a:ext uri="{FF2B5EF4-FFF2-40B4-BE49-F238E27FC236}">
                <a16:creationId xmlns:a16="http://schemas.microsoft.com/office/drawing/2014/main" id="{F3FDCB6B-2EDB-C646-9788-9D50CBC71637}"/>
              </a:ext>
            </a:extLst>
          </p:cNvPr>
          <p:cNvSpPr>
            <a:spLocks noGrp="1"/>
          </p:cNvSpPr>
          <p:nvPr>
            <p:ph type="sldNum" sz="quarter" idx="10"/>
          </p:nvPr>
        </p:nvSpPr>
        <p:spPr/>
        <p:txBody>
          <a:bodyPr/>
          <a:lstStyle/>
          <a:p>
            <a:r>
              <a:rPr lang="en-US"/>
              <a:t>PAGE </a:t>
            </a:r>
            <a:fld id="{4A9B5881-4007-4345-955A-79C2656F0C49}" type="slidenum">
              <a:rPr lang="en-US" smtClean="0"/>
              <a:pPr/>
              <a:t>16</a:t>
            </a:fld>
            <a:endParaRPr lang="en-US" dirty="0"/>
          </a:p>
        </p:txBody>
      </p:sp>
      <p:grpSp>
        <p:nvGrpSpPr>
          <p:cNvPr id="5" name="Group 4">
            <a:extLst>
              <a:ext uri="{FF2B5EF4-FFF2-40B4-BE49-F238E27FC236}">
                <a16:creationId xmlns:a16="http://schemas.microsoft.com/office/drawing/2014/main" id="{0AF98FE8-06B8-4A62-44DF-F09A79E34D4D}"/>
              </a:ext>
            </a:extLst>
          </p:cNvPr>
          <p:cNvGrpSpPr/>
          <p:nvPr/>
        </p:nvGrpSpPr>
        <p:grpSpPr>
          <a:xfrm>
            <a:off x="11316372" y="4381629"/>
            <a:ext cx="821280" cy="1813283"/>
            <a:chOff x="11316372" y="4381629"/>
            <a:chExt cx="821280" cy="1813283"/>
          </a:xfrm>
        </p:grpSpPr>
        <p:pic>
          <p:nvPicPr>
            <p:cNvPr id="6" name="Picture 5">
              <a:extLst>
                <a:ext uri="{FF2B5EF4-FFF2-40B4-BE49-F238E27FC236}">
                  <a16:creationId xmlns:a16="http://schemas.microsoft.com/office/drawing/2014/main" id="{2CF32B54-ED44-A18B-4237-F244AC47FF0D}"/>
                </a:ext>
              </a:extLst>
            </p:cNvPr>
            <p:cNvPicPr>
              <a:picLocks noChangeAspect="1"/>
            </p:cNvPicPr>
            <p:nvPr/>
          </p:nvPicPr>
          <p:blipFill>
            <a:blip r:embed="rId2"/>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a:extLst>
                <a:ext uri="{FF2B5EF4-FFF2-40B4-BE49-F238E27FC236}">
                  <a16:creationId xmlns:a16="http://schemas.microsoft.com/office/drawing/2014/main" id="{FAE98771-1762-6BE7-445F-FB08D9CDE9C6}"/>
                </a:ext>
              </a:extLst>
            </p:cNvPr>
            <p:cNvPicPr>
              <a:picLocks noChangeAspect="1"/>
            </p:cNvPicPr>
            <p:nvPr/>
          </p:nvPicPr>
          <p:blipFill>
            <a:blip r:embed="rId3"/>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descr="Logo&#10;&#10;Description automatically generated">
              <a:extLst>
                <a:ext uri="{FF2B5EF4-FFF2-40B4-BE49-F238E27FC236}">
                  <a16:creationId xmlns:a16="http://schemas.microsoft.com/office/drawing/2014/main" id="{DB3AFB08-D35D-5913-C3BE-4AE2B59943E5}"/>
                </a:ext>
              </a:extLst>
            </p:cNvPr>
            <p:cNvPicPr>
              <a:picLocks noChangeAspect="1"/>
            </p:cNvPicPr>
            <p:nvPr/>
          </p:nvPicPr>
          <p:blipFill>
            <a:blip r:embed="rId4"/>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13886777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57405-6D00-2AD9-A473-0C24A07585B2}"/>
              </a:ext>
            </a:extLst>
          </p:cNvPr>
          <p:cNvSpPr>
            <a:spLocks noGrp="1"/>
          </p:cNvSpPr>
          <p:nvPr>
            <p:ph type="title"/>
          </p:nvPr>
        </p:nvSpPr>
        <p:spPr>
          <a:xfrm>
            <a:off x="838200" y="641855"/>
            <a:ext cx="6273800" cy="772107"/>
          </a:xfrm>
        </p:spPr>
        <p:txBody>
          <a:bodyPr/>
          <a:lstStyle/>
          <a:p>
            <a:r>
              <a:rPr lang="en-US" dirty="0"/>
              <a:t>OSPF Process(Cont.)</a:t>
            </a:r>
          </a:p>
        </p:txBody>
      </p:sp>
      <p:pic>
        <p:nvPicPr>
          <p:cNvPr id="5" name="Content Placeholder 4">
            <a:extLst>
              <a:ext uri="{FF2B5EF4-FFF2-40B4-BE49-F238E27FC236}">
                <a16:creationId xmlns:a16="http://schemas.microsoft.com/office/drawing/2014/main" id="{6D0E2496-CA18-3953-79A0-01394C9CA3AC}"/>
              </a:ext>
            </a:extLst>
          </p:cNvPr>
          <p:cNvPicPr>
            <a:picLocks noGrp="1" noChangeAspect="1"/>
          </p:cNvPicPr>
          <p:nvPr>
            <p:ph idx="1"/>
          </p:nvPr>
        </p:nvPicPr>
        <p:blipFill>
          <a:blip r:embed="rId2">
            <a:duotone>
              <a:schemeClr val="accent2">
                <a:shade val="45000"/>
                <a:satMod val="135000"/>
              </a:schemeClr>
              <a:prstClr val="white"/>
            </a:duotone>
          </a:blip>
          <a:stretch>
            <a:fillRect/>
          </a:stretch>
        </p:blipFill>
        <p:spPr>
          <a:xfrm>
            <a:off x="2648491" y="2203646"/>
            <a:ext cx="6895017" cy="3416879"/>
          </a:xfrm>
          <a:prstGeom prst="rect">
            <a:avLst/>
          </a:prstGeom>
        </p:spPr>
      </p:pic>
      <p:sp>
        <p:nvSpPr>
          <p:cNvPr id="4" name="Slide Number Placeholder 3">
            <a:extLst>
              <a:ext uri="{FF2B5EF4-FFF2-40B4-BE49-F238E27FC236}">
                <a16:creationId xmlns:a16="http://schemas.microsoft.com/office/drawing/2014/main" id="{94216F46-5470-241C-2F26-2EDC1A677A4D}"/>
              </a:ext>
            </a:extLst>
          </p:cNvPr>
          <p:cNvSpPr>
            <a:spLocks noGrp="1"/>
          </p:cNvSpPr>
          <p:nvPr>
            <p:ph type="sldNum" sz="quarter" idx="10"/>
          </p:nvPr>
        </p:nvSpPr>
        <p:spPr/>
        <p:txBody>
          <a:bodyPr/>
          <a:lstStyle/>
          <a:p>
            <a:r>
              <a:rPr lang="en-US"/>
              <a:t>PAGE </a:t>
            </a:r>
            <a:fld id="{4A9B5881-4007-4345-955A-79C2656F0C49}" type="slidenum">
              <a:rPr lang="en-US" smtClean="0"/>
              <a:pPr/>
              <a:t>17</a:t>
            </a:fld>
            <a:endParaRPr lang="en-US" dirty="0"/>
          </a:p>
        </p:txBody>
      </p:sp>
      <p:grpSp>
        <p:nvGrpSpPr>
          <p:cNvPr id="6" name="Group 5">
            <a:extLst>
              <a:ext uri="{FF2B5EF4-FFF2-40B4-BE49-F238E27FC236}">
                <a16:creationId xmlns:a16="http://schemas.microsoft.com/office/drawing/2014/main" id="{7D3AB1C1-6C56-BE81-9D99-B6BD189FDA00}"/>
              </a:ext>
            </a:extLst>
          </p:cNvPr>
          <p:cNvGrpSpPr/>
          <p:nvPr/>
        </p:nvGrpSpPr>
        <p:grpSpPr>
          <a:xfrm>
            <a:off x="11316372" y="4381629"/>
            <a:ext cx="821280" cy="1813283"/>
            <a:chOff x="11316372" y="4381629"/>
            <a:chExt cx="821280" cy="1813283"/>
          </a:xfrm>
        </p:grpSpPr>
        <p:pic>
          <p:nvPicPr>
            <p:cNvPr id="7" name="Picture 6">
              <a:extLst>
                <a:ext uri="{FF2B5EF4-FFF2-40B4-BE49-F238E27FC236}">
                  <a16:creationId xmlns:a16="http://schemas.microsoft.com/office/drawing/2014/main" id="{F473889A-10DD-1C08-12FC-880EE79FA7A1}"/>
                </a:ext>
              </a:extLst>
            </p:cNvPr>
            <p:cNvPicPr>
              <a:picLocks noChangeAspect="1"/>
            </p:cNvPicPr>
            <p:nvPr/>
          </p:nvPicPr>
          <p:blipFill>
            <a:blip r:embed="rId3"/>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a:extLst>
                <a:ext uri="{FF2B5EF4-FFF2-40B4-BE49-F238E27FC236}">
                  <a16:creationId xmlns:a16="http://schemas.microsoft.com/office/drawing/2014/main" id="{E274C2C0-0C9F-3064-B4B2-B67A3C984404}"/>
                </a:ext>
              </a:extLst>
            </p:cNvPr>
            <p:cNvPicPr>
              <a:picLocks noChangeAspect="1"/>
            </p:cNvPicPr>
            <p:nvPr/>
          </p:nvPicPr>
          <p:blipFill>
            <a:blip r:embed="rId4"/>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descr="Logo&#10;&#10;Description automatically generated">
              <a:extLst>
                <a:ext uri="{FF2B5EF4-FFF2-40B4-BE49-F238E27FC236}">
                  <a16:creationId xmlns:a16="http://schemas.microsoft.com/office/drawing/2014/main" id="{2A3DC3D7-F06B-DE1C-AB41-6CA1317C09BE}"/>
                </a:ext>
              </a:extLst>
            </p:cNvPr>
            <p:cNvPicPr>
              <a:picLocks noChangeAspect="1"/>
            </p:cNvPicPr>
            <p:nvPr/>
          </p:nvPicPr>
          <p:blipFill>
            <a:blip r:embed="rId5"/>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171661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14E0D-51E9-7379-390B-84C12CFB6240}"/>
              </a:ext>
            </a:extLst>
          </p:cNvPr>
          <p:cNvSpPr>
            <a:spLocks noGrp="1"/>
          </p:cNvSpPr>
          <p:nvPr>
            <p:ph type="title"/>
          </p:nvPr>
        </p:nvSpPr>
        <p:spPr>
          <a:xfrm>
            <a:off x="838200" y="641855"/>
            <a:ext cx="6273800" cy="772107"/>
          </a:xfrm>
        </p:spPr>
        <p:txBody>
          <a:bodyPr/>
          <a:lstStyle/>
          <a:p>
            <a:r>
              <a:rPr lang="en-US" dirty="0"/>
              <a:t>OSPF Convergence </a:t>
            </a:r>
          </a:p>
        </p:txBody>
      </p:sp>
      <p:sp>
        <p:nvSpPr>
          <p:cNvPr id="3" name="Content Placeholder 2">
            <a:extLst>
              <a:ext uri="{FF2B5EF4-FFF2-40B4-BE49-F238E27FC236}">
                <a16:creationId xmlns:a16="http://schemas.microsoft.com/office/drawing/2014/main" id="{AEC72E73-6E3F-D117-F237-081B331A940B}"/>
              </a:ext>
            </a:extLst>
          </p:cNvPr>
          <p:cNvSpPr>
            <a:spLocks noGrp="1"/>
          </p:cNvSpPr>
          <p:nvPr>
            <p:ph idx="1"/>
          </p:nvPr>
        </p:nvSpPr>
        <p:spPr/>
        <p:txBody>
          <a:bodyPr/>
          <a:lstStyle/>
          <a:p>
            <a:r>
              <a:rPr lang="en-GB" dirty="0"/>
              <a:t>Incremental updates </a:t>
            </a:r>
          </a:p>
          <a:p>
            <a:r>
              <a:rPr lang="en-GB" dirty="0"/>
              <a:t>Periodically send hello packets are sent every 10 seconds (dead-40 sec)</a:t>
            </a:r>
          </a:p>
          <a:p>
            <a:r>
              <a:rPr lang="en-GB" dirty="0"/>
              <a:t>Convergence rate is fast (40 sec)</a:t>
            </a:r>
          </a:p>
          <a:p>
            <a:endParaRPr lang="en-US" dirty="0"/>
          </a:p>
        </p:txBody>
      </p:sp>
      <p:sp>
        <p:nvSpPr>
          <p:cNvPr id="4" name="Slide Number Placeholder 3">
            <a:extLst>
              <a:ext uri="{FF2B5EF4-FFF2-40B4-BE49-F238E27FC236}">
                <a16:creationId xmlns:a16="http://schemas.microsoft.com/office/drawing/2014/main" id="{080DE242-84E6-1875-3057-57CB6DDE25A1}"/>
              </a:ext>
            </a:extLst>
          </p:cNvPr>
          <p:cNvSpPr>
            <a:spLocks noGrp="1"/>
          </p:cNvSpPr>
          <p:nvPr>
            <p:ph type="sldNum" sz="quarter" idx="10"/>
          </p:nvPr>
        </p:nvSpPr>
        <p:spPr/>
        <p:txBody>
          <a:bodyPr/>
          <a:lstStyle/>
          <a:p>
            <a:r>
              <a:rPr lang="en-US"/>
              <a:t>PAGE </a:t>
            </a:r>
            <a:fld id="{4A9B5881-4007-4345-955A-79C2656F0C49}" type="slidenum">
              <a:rPr lang="en-US" smtClean="0"/>
              <a:pPr/>
              <a:t>18</a:t>
            </a:fld>
            <a:endParaRPr lang="en-US" dirty="0"/>
          </a:p>
        </p:txBody>
      </p:sp>
      <p:pic>
        <p:nvPicPr>
          <p:cNvPr id="5" name="Picture 4">
            <a:extLst>
              <a:ext uri="{FF2B5EF4-FFF2-40B4-BE49-F238E27FC236}">
                <a16:creationId xmlns:a16="http://schemas.microsoft.com/office/drawing/2014/main" id="{BD8EC552-81F8-9EC1-72A7-F0A92BF9FE07}"/>
              </a:ext>
            </a:extLst>
          </p:cNvPr>
          <p:cNvPicPr>
            <a:picLocks noChangeAspect="1"/>
          </p:cNvPicPr>
          <p:nvPr/>
        </p:nvPicPr>
        <p:blipFill>
          <a:blip r:embed="rId2">
            <a:duotone>
              <a:schemeClr val="accent2">
                <a:shade val="45000"/>
                <a:satMod val="135000"/>
              </a:schemeClr>
              <a:prstClr val="white"/>
            </a:duotone>
          </a:blip>
          <a:stretch>
            <a:fillRect/>
          </a:stretch>
        </p:blipFill>
        <p:spPr>
          <a:xfrm>
            <a:off x="3611664" y="3150888"/>
            <a:ext cx="4968671" cy="3273836"/>
          </a:xfrm>
          <a:prstGeom prst="rect">
            <a:avLst/>
          </a:prstGeom>
        </p:spPr>
      </p:pic>
      <p:grpSp>
        <p:nvGrpSpPr>
          <p:cNvPr id="6" name="Group 5">
            <a:extLst>
              <a:ext uri="{FF2B5EF4-FFF2-40B4-BE49-F238E27FC236}">
                <a16:creationId xmlns:a16="http://schemas.microsoft.com/office/drawing/2014/main" id="{237DD5C0-FE3B-4644-8B2E-6C726ED7BD2E}"/>
              </a:ext>
            </a:extLst>
          </p:cNvPr>
          <p:cNvGrpSpPr/>
          <p:nvPr/>
        </p:nvGrpSpPr>
        <p:grpSpPr>
          <a:xfrm>
            <a:off x="11316372" y="4381629"/>
            <a:ext cx="821280" cy="1813283"/>
            <a:chOff x="11316372" y="4381629"/>
            <a:chExt cx="821280" cy="1813283"/>
          </a:xfrm>
        </p:grpSpPr>
        <p:pic>
          <p:nvPicPr>
            <p:cNvPr id="7" name="Picture 6">
              <a:extLst>
                <a:ext uri="{FF2B5EF4-FFF2-40B4-BE49-F238E27FC236}">
                  <a16:creationId xmlns:a16="http://schemas.microsoft.com/office/drawing/2014/main" id="{FEFCBACB-9AEC-0069-B8C6-48483E262BF2}"/>
                </a:ext>
              </a:extLst>
            </p:cNvPr>
            <p:cNvPicPr>
              <a:picLocks noChangeAspect="1"/>
            </p:cNvPicPr>
            <p:nvPr/>
          </p:nvPicPr>
          <p:blipFill>
            <a:blip r:embed="rId3"/>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a:extLst>
                <a:ext uri="{FF2B5EF4-FFF2-40B4-BE49-F238E27FC236}">
                  <a16:creationId xmlns:a16="http://schemas.microsoft.com/office/drawing/2014/main" id="{66943085-22C0-6768-256F-C1189120967B}"/>
                </a:ext>
              </a:extLst>
            </p:cNvPr>
            <p:cNvPicPr>
              <a:picLocks noChangeAspect="1"/>
            </p:cNvPicPr>
            <p:nvPr/>
          </p:nvPicPr>
          <p:blipFill>
            <a:blip r:embed="rId4"/>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descr="Logo&#10;&#10;Description automatically generated">
              <a:extLst>
                <a:ext uri="{FF2B5EF4-FFF2-40B4-BE49-F238E27FC236}">
                  <a16:creationId xmlns:a16="http://schemas.microsoft.com/office/drawing/2014/main" id="{6C9FF656-D9CB-1E69-FBAA-3C4B89A6827B}"/>
                </a:ext>
              </a:extLst>
            </p:cNvPr>
            <p:cNvPicPr>
              <a:picLocks noChangeAspect="1"/>
            </p:cNvPicPr>
            <p:nvPr/>
          </p:nvPicPr>
          <p:blipFill>
            <a:blip r:embed="rId5"/>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10661876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16C46-C5D8-D28A-B242-D5ADB0C10354}"/>
              </a:ext>
            </a:extLst>
          </p:cNvPr>
          <p:cNvSpPr>
            <a:spLocks noGrp="1"/>
          </p:cNvSpPr>
          <p:nvPr>
            <p:ph type="title"/>
          </p:nvPr>
        </p:nvSpPr>
        <p:spPr>
          <a:xfrm>
            <a:off x="838200" y="641855"/>
            <a:ext cx="6273800" cy="772107"/>
          </a:xfrm>
        </p:spPr>
        <p:txBody>
          <a:bodyPr/>
          <a:lstStyle/>
          <a:p>
            <a:r>
              <a:rPr lang="en-US" dirty="0"/>
              <a:t>OSPF Hello Packets</a:t>
            </a:r>
          </a:p>
        </p:txBody>
      </p:sp>
      <p:pic>
        <p:nvPicPr>
          <p:cNvPr id="5" name="Content Placeholder 4">
            <a:extLst>
              <a:ext uri="{FF2B5EF4-FFF2-40B4-BE49-F238E27FC236}">
                <a16:creationId xmlns:a16="http://schemas.microsoft.com/office/drawing/2014/main" id="{A96DF152-A001-399A-C44B-F2BCF8EDB245}"/>
              </a:ext>
            </a:extLst>
          </p:cNvPr>
          <p:cNvPicPr>
            <a:picLocks noGrp="1" noChangeAspect="1"/>
          </p:cNvPicPr>
          <p:nvPr>
            <p:ph idx="1"/>
          </p:nvPr>
        </p:nvPicPr>
        <p:blipFill rotWithShape="1">
          <a:blip r:embed="rId2">
            <a:duotone>
              <a:schemeClr val="accent2">
                <a:shade val="45000"/>
                <a:satMod val="135000"/>
              </a:schemeClr>
              <a:prstClr val="white"/>
            </a:duotone>
          </a:blip>
          <a:srcRect l="715" t="5403"/>
          <a:stretch/>
        </p:blipFill>
        <p:spPr>
          <a:xfrm>
            <a:off x="2460126" y="1588941"/>
            <a:ext cx="7271748" cy="4885575"/>
          </a:xfrm>
          <a:prstGeom prst="rect">
            <a:avLst/>
          </a:prstGeom>
        </p:spPr>
      </p:pic>
      <p:sp>
        <p:nvSpPr>
          <p:cNvPr id="4" name="Slide Number Placeholder 3">
            <a:extLst>
              <a:ext uri="{FF2B5EF4-FFF2-40B4-BE49-F238E27FC236}">
                <a16:creationId xmlns:a16="http://schemas.microsoft.com/office/drawing/2014/main" id="{D1915DAD-A7E6-D2BD-FAEA-154B7711F10D}"/>
              </a:ext>
            </a:extLst>
          </p:cNvPr>
          <p:cNvSpPr>
            <a:spLocks noGrp="1"/>
          </p:cNvSpPr>
          <p:nvPr>
            <p:ph type="sldNum" sz="quarter" idx="10"/>
          </p:nvPr>
        </p:nvSpPr>
        <p:spPr/>
        <p:txBody>
          <a:bodyPr/>
          <a:lstStyle/>
          <a:p>
            <a:r>
              <a:rPr lang="en-US"/>
              <a:t>PAGE </a:t>
            </a:r>
            <a:fld id="{4A9B5881-4007-4345-955A-79C2656F0C49}" type="slidenum">
              <a:rPr lang="en-US" smtClean="0"/>
              <a:pPr/>
              <a:t>19</a:t>
            </a:fld>
            <a:endParaRPr lang="en-US" dirty="0"/>
          </a:p>
        </p:txBody>
      </p:sp>
      <p:grpSp>
        <p:nvGrpSpPr>
          <p:cNvPr id="6" name="Group 5">
            <a:extLst>
              <a:ext uri="{FF2B5EF4-FFF2-40B4-BE49-F238E27FC236}">
                <a16:creationId xmlns:a16="http://schemas.microsoft.com/office/drawing/2014/main" id="{BF021B9E-C1CE-8124-A4DB-417F7FCC39CB}"/>
              </a:ext>
            </a:extLst>
          </p:cNvPr>
          <p:cNvGrpSpPr/>
          <p:nvPr/>
        </p:nvGrpSpPr>
        <p:grpSpPr>
          <a:xfrm>
            <a:off x="11316372" y="4381629"/>
            <a:ext cx="821280" cy="1813283"/>
            <a:chOff x="11316372" y="4381629"/>
            <a:chExt cx="821280" cy="1813283"/>
          </a:xfrm>
        </p:grpSpPr>
        <p:pic>
          <p:nvPicPr>
            <p:cNvPr id="7" name="Picture 6">
              <a:extLst>
                <a:ext uri="{FF2B5EF4-FFF2-40B4-BE49-F238E27FC236}">
                  <a16:creationId xmlns:a16="http://schemas.microsoft.com/office/drawing/2014/main" id="{C54AB83B-E074-83B5-EB55-9ADA098864A0}"/>
                </a:ext>
              </a:extLst>
            </p:cNvPr>
            <p:cNvPicPr>
              <a:picLocks noChangeAspect="1"/>
            </p:cNvPicPr>
            <p:nvPr/>
          </p:nvPicPr>
          <p:blipFill>
            <a:blip r:embed="rId3"/>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a:extLst>
                <a:ext uri="{FF2B5EF4-FFF2-40B4-BE49-F238E27FC236}">
                  <a16:creationId xmlns:a16="http://schemas.microsoft.com/office/drawing/2014/main" id="{A3116744-2202-50DF-391F-85AD274FDF5F}"/>
                </a:ext>
              </a:extLst>
            </p:cNvPr>
            <p:cNvPicPr>
              <a:picLocks noChangeAspect="1"/>
            </p:cNvPicPr>
            <p:nvPr/>
          </p:nvPicPr>
          <p:blipFill>
            <a:blip r:embed="rId4"/>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descr="Logo&#10;&#10;Description automatically generated">
              <a:extLst>
                <a:ext uri="{FF2B5EF4-FFF2-40B4-BE49-F238E27FC236}">
                  <a16:creationId xmlns:a16="http://schemas.microsoft.com/office/drawing/2014/main" id="{B455C1B9-718C-D40C-0FB3-79D842CF6219}"/>
                </a:ext>
              </a:extLst>
            </p:cNvPr>
            <p:cNvPicPr>
              <a:picLocks noChangeAspect="1"/>
            </p:cNvPicPr>
            <p:nvPr/>
          </p:nvPicPr>
          <p:blipFill>
            <a:blip r:embed="rId5"/>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3685812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59DDD-920F-B957-855D-EA155F61DBB0}"/>
              </a:ext>
            </a:extLst>
          </p:cNvPr>
          <p:cNvSpPr>
            <a:spLocks noGrp="1"/>
          </p:cNvSpPr>
          <p:nvPr>
            <p:ph type="title"/>
          </p:nvPr>
        </p:nvSpPr>
        <p:spPr>
          <a:xfrm>
            <a:off x="838200" y="641855"/>
            <a:ext cx="6273800" cy="772107"/>
          </a:xfrm>
        </p:spPr>
        <p:txBody>
          <a:bodyPr/>
          <a:lstStyle/>
          <a:p>
            <a:r>
              <a:rPr lang="en-GB" dirty="0"/>
              <a:t>OSPF Path Calculation</a:t>
            </a:r>
            <a:endParaRPr lang="en-US" dirty="0"/>
          </a:p>
        </p:txBody>
      </p:sp>
      <p:pic>
        <p:nvPicPr>
          <p:cNvPr id="9" name="Content Placeholder 8">
            <a:extLst>
              <a:ext uri="{FF2B5EF4-FFF2-40B4-BE49-F238E27FC236}">
                <a16:creationId xmlns:a16="http://schemas.microsoft.com/office/drawing/2014/main" id="{4D79A03D-21A6-3FB2-0D03-A39AC6409D37}"/>
              </a:ext>
            </a:extLst>
          </p:cNvPr>
          <p:cNvPicPr>
            <a:picLocks noGrp="1" noChangeAspect="1"/>
          </p:cNvPicPr>
          <p:nvPr>
            <p:ph idx="1"/>
          </p:nvPr>
        </p:nvPicPr>
        <p:blipFill>
          <a:blip r:embed="rId2">
            <a:duotone>
              <a:schemeClr val="accent2">
                <a:shade val="45000"/>
                <a:satMod val="135000"/>
              </a:schemeClr>
              <a:prstClr val="white"/>
            </a:duotone>
          </a:blip>
          <a:stretch>
            <a:fillRect/>
          </a:stretch>
        </p:blipFill>
        <p:spPr>
          <a:xfrm>
            <a:off x="1226601" y="1825624"/>
            <a:ext cx="4825979" cy="3660775"/>
          </a:xfrm>
          <a:prstGeom prst="rect">
            <a:avLst/>
          </a:prstGeom>
        </p:spPr>
      </p:pic>
      <p:sp>
        <p:nvSpPr>
          <p:cNvPr id="4" name="Slide Number Placeholder 3">
            <a:extLst>
              <a:ext uri="{FF2B5EF4-FFF2-40B4-BE49-F238E27FC236}">
                <a16:creationId xmlns:a16="http://schemas.microsoft.com/office/drawing/2014/main" id="{C6548A62-952D-EA95-10F9-52B0CA2C3B20}"/>
              </a:ext>
            </a:extLst>
          </p:cNvPr>
          <p:cNvSpPr>
            <a:spLocks noGrp="1"/>
          </p:cNvSpPr>
          <p:nvPr>
            <p:ph type="sldNum" sz="quarter" idx="10"/>
          </p:nvPr>
        </p:nvSpPr>
        <p:spPr/>
        <p:txBody>
          <a:bodyPr/>
          <a:lstStyle/>
          <a:p>
            <a:r>
              <a:rPr lang="en-US"/>
              <a:t>PAGE </a:t>
            </a:r>
            <a:fld id="{4A9B5881-4007-4345-955A-79C2656F0C49}" type="slidenum">
              <a:rPr lang="en-US" smtClean="0"/>
              <a:pPr/>
              <a:t>20</a:t>
            </a:fld>
            <a:endParaRPr lang="en-US" dirty="0"/>
          </a:p>
        </p:txBody>
      </p:sp>
      <p:grpSp>
        <p:nvGrpSpPr>
          <p:cNvPr id="5" name="Group 4">
            <a:extLst>
              <a:ext uri="{FF2B5EF4-FFF2-40B4-BE49-F238E27FC236}">
                <a16:creationId xmlns:a16="http://schemas.microsoft.com/office/drawing/2014/main" id="{34322070-BCED-5A65-F57D-70C25F8B9910}"/>
              </a:ext>
            </a:extLst>
          </p:cNvPr>
          <p:cNvGrpSpPr/>
          <p:nvPr/>
        </p:nvGrpSpPr>
        <p:grpSpPr>
          <a:xfrm>
            <a:off x="11316372" y="4381629"/>
            <a:ext cx="821280" cy="1813283"/>
            <a:chOff x="11316372" y="4381629"/>
            <a:chExt cx="821280" cy="1813283"/>
          </a:xfrm>
        </p:grpSpPr>
        <p:pic>
          <p:nvPicPr>
            <p:cNvPr id="6" name="Picture 5">
              <a:extLst>
                <a:ext uri="{FF2B5EF4-FFF2-40B4-BE49-F238E27FC236}">
                  <a16:creationId xmlns:a16="http://schemas.microsoft.com/office/drawing/2014/main" id="{F4503A94-122B-A76A-0C28-ED5DF20C2613}"/>
                </a:ext>
              </a:extLst>
            </p:cNvPr>
            <p:cNvPicPr>
              <a:picLocks noChangeAspect="1"/>
            </p:cNvPicPr>
            <p:nvPr/>
          </p:nvPicPr>
          <p:blipFill>
            <a:blip r:embed="rId3"/>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a:extLst>
                <a:ext uri="{FF2B5EF4-FFF2-40B4-BE49-F238E27FC236}">
                  <a16:creationId xmlns:a16="http://schemas.microsoft.com/office/drawing/2014/main" id="{599DDD3A-239F-65C8-230F-0CBEF0ACDDCD}"/>
                </a:ext>
              </a:extLst>
            </p:cNvPr>
            <p:cNvPicPr>
              <a:picLocks noChangeAspect="1"/>
            </p:cNvPicPr>
            <p:nvPr/>
          </p:nvPicPr>
          <p:blipFill>
            <a:blip r:embed="rId4"/>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descr="Logo&#10;&#10;Description automatically generated">
              <a:extLst>
                <a:ext uri="{FF2B5EF4-FFF2-40B4-BE49-F238E27FC236}">
                  <a16:creationId xmlns:a16="http://schemas.microsoft.com/office/drawing/2014/main" id="{97FB310B-179A-BC21-0AB1-3E5988CDDE8F}"/>
                </a:ext>
              </a:extLst>
            </p:cNvPr>
            <p:cNvPicPr>
              <a:picLocks noChangeAspect="1"/>
            </p:cNvPicPr>
            <p:nvPr/>
          </p:nvPicPr>
          <p:blipFill>
            <a:blip r:embed="rId5"/>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pic>
        <p:nvPicPr>
          <p:cNvPr id="10" name="Picture 9">
            <a:extLst>
              <a:ext uri="{FF2B5EF4-FFF2-40B4-BE49-F238E27FC236}">
                <a16:creationId xmlns:a16="http://schemas.microsoft.com/office/drawing/2014/main" id="{47F75695-20CF-6FAE-4DC0-B3EFDD1A87C5}"/>
              </a:ext>
            </a:extLst>
          </p:cNvPr>
          <p:cNvPicPr>
            <a:picLocks noChangeAspect="1"/>
          </p:cNvPicPr>
          <p:nvPr/>
        </p:nvPicPr>
        <p:blipFill>
          <a:blip r:embed="rId6">
            <a:duotone>
              <a:schemeClr val="accent2">
                <a:shade val="45000"/>
                <a:satMod val="135000"/>
              </a:schemeClr>
              <a:prstClr val="white"/>
            </a:duotone>
          </a:blip>
          <a:stretch>
            <a:fillRect/>
          </a:stretch>
        </p:blipFill>
        <p:spPr>
          <a:xfrm>
            <a:off x="6139422" y="1825624"/>
            <a:ext cx="4766446" cy="3660775"/>
          </a:xfrm>
          <a:prstGeom prst="rect">
            <a:avLst/>
          </a:prstGeom>
        </p:spPr>
      </p:pic>
    </p:spTree>
    <p:extLst>
      <p:ext uri="{BB962C8B-B14F-4D97-AF65-F5344CB8AC3E}">
        <p14:creationId xmlns:p14="http://schemas.microsoft.com/office/powerpoint/2010/main" val="3424896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C3E3C-068A-0A07-8844-5810838DC929}"/>
              </a:ext>
            </a:extLst>
          </p:cNvPr>
          <p:cNvSpPr>
            <a:spLocks noGrp="1"/>
          </p:cNvSpPr>
          <p:nvPr>
            <p:ph type="title"/>
          </p:nvPr>
        </p:nvSpPr>
        <p:spPr>
          <a:xfrm>
            <a:off x="838200" y="641855"/>
            <a:ext cx="6273800" cy="772107"/>
          </a:xfrm>
        </p:spPr>
        <p:txBody>
          <a:bodyPr/>
          <a:lstStyle/>
          <a:p>
            <a:r>
              <a:rPr lang="en-GB" dirty="0"/>
              <a:t>OSPF </a:t>
            </a:r>
            <a:r>
              <a:rPr lang="en-GB" dirty="0" err="1"/>
              <a:t>LoadBalancing</a:t>
            </a:r>
            <a:r>
              <a:rPr lang="en-GB" dirty="0"/>
              <a:t> Criteria</a:t>
            </a:r>
            <a:endParaRPr lang="en-US" dirty="0"/>
          </a:p>
        </p:txBody>
      </p:sp>
      <p:sp>
        <p:nvSpPr>
          <p:cNvPr id="3" name="Content Placeholder 2">
            <a:extLst>
              <a:ext uri="{FF2B5EF4-FFF2-40B4-BE49-F238E27FC236}">
                <a16:creationId xmlns:a16="http://schemas.microsoft.com/office/drawing/2014/main" id="{2F1F83A5-0E36-A13B-911D-0D20E96309FB}"/>
              </a:ext>
            </a:extLst>
          </p:cNvPr>
          <p:cNvSpPr>
            <a:spLocks noGrp="1"/>
          </p:cNvSpPr>
          <p:nvPr>
            <p:ph idx="1"/>
          </p:nvPr>
        </p:nvSpPr>
        <p:spPr/>
        <p:txBody>
          <a:bodyPr/>
          <a:lstStyle/>
          <a:p>
            <a:r>
              <a:rPr lang="en-GB" dirty="0"/>
              <a:t>Paths must have an equal cost.</a:t>
            </a:r>
          </a:p>
          <a:p>
            <a:r>
              <a:rPr lang="en-GB" dirty="0"/>
              <a:t>OSPF adds paths with an equal cost in the routing table.</a:t>
            </a:r>
          </a:p>
          <a:p>
            <a:r>
              <a:rPr lang="en-GB" dirty="0"/>
              <a:t>The default value is a maximum of 4 equal-cost paths.</a:t>
            </a:r>
          </a:p>
          <a:p>
            <a:r>
              <a:rPr lang="en-GB" dirty="0"/>
              <a:t>The maximum value is 32 equal-cost paths (this could depend on your platform and/or IOS version though)</a:t>
            </a:r>
          </a:p>
          <a:p>
            <a:r>
              <a:rPr lang="en-GB" dirty="0"/>
              <a:t>To make paths equal cost, change the “cost” of a link.</a:t>
            </a:r>
            <a:endParaRPr lang="en-US" dirty="0"/>
          </a:p>
        </p:txBody>
      </p:sp>
      <p:sp>
        <p:nvSpPr>
          <p:cNvPr id="4" name="Slide Number Placeholder 3">
            <a:extLst>
              <a:ext uri="{FF2B5EF4-FFF2-40B4-BE49-F238E27FC236}">
                <a16:creationId xmlns:a16="http://schemas.microsoft.com/office/drawing/2014/main" id="{9D3D41C8-9815-2C73-4C0D-CD1C9853618D}"/>
              </a:ext>
            </a:extLst>
          </p:cNvPr>
          <p:cNvSpPr>
            <a:spLocks noGrp="1"/>
          </p:cNvSpPr>
          <p:nvPr>
            <p:ph type="sldNum" sz="quarter" idx="10"/>
          </p:nvPr>
        </p:nvSpPr>
        <p:spPr/>
        <p:txBody>
          <a:bodyPr/>
          <a:lstStyle/>
          <a:p>
            <a:r>
              <a:rPr lang="en-US"/>
              <a:t>PAGE </a:t>
            </a:r>
            <a:fld id="{4A9B5881-4007-4345-955A-79C2656F0C49}" type="slidenum">
              <a:rPr lang="en-US" smtClean="0"/>
              <a:pPr/>
              <a:t>21</a:t>
            </a:fld>
            <a:endParaRPr lang="en-US" dirty="0"/>
          </a:p>
        </p:txBody>
      </p:sp>
      <p:grpSp>
        <p:nvGrpSpPr>
          <p:cNvPr id="5" name="Group 4">
            <a:extLst>
              <a:ext uri="{FF2B5EF4-FFF2-40B4-BE49-F238E27FC236}">
                <a16:creationId xmlns:a16="http://schemas.microsoft.com/office/drawing/2014/main" id="{90DE024D-83ED-14EE-4B03-4622C6730B2F}"/>
              </a:ext>
            </a:extLst>
          </p:cNvPr>
          <p:cNvGrpSpPr/>
          <p:nvPr/>
        </p:nvGrpSpPr>
        <p:grpSpPr>
          <a:xfrm>
            <a:off x="11316372" y="4381629"/>
            <a:ext cx="821280" cy="1813283"/>
            <a:chOff x="11316372" y="4381629"/>
            <a:chExt cx="821280" cy="1813283"/>
          </a:xfrm>
        </p:grpSpPr>
        <p:pic>
          <p:nvPicPr>
            <p:cNvPr id="6" name="Picture 5">
              <a:extLst>
                <a:ext uri="{FF2B5EF4-FFF2-40B4-BE49-F238E27FC236}">
                  <a16:creationId xmlns:a16="http://schemas.microsoft.com/office/drawing/2014/main" id="{102AD39C-9660-9CA5-2A43-1E037154A2C3}"/>
                </a:ext>
              </a:extLst>
            </p:cNvPr>
            <p:cNvPicPr>
              <a:picLocks noChangeAspect="1"/>
            </p:cNvPicPr>
            <p:nvPr/>
          </p:nvPicPr>
          <p:blipFill>
            <a:blip r:embed="rId2"/>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a:extLst>
                <a:ext uri="{FF2B5EF4-FFF2-40B4-BE49-F238E27FC236}">
                  <a16:creationId xmlns:a16="http://schemas.microsoft.com/office/drawing/2014/main" id="{AD742D11-5758-694B-1160-080601897292}"/>
                </a:ext>
              </a:extLst>
            </p:cNvPr>
            <p:cNvPicPr>
              <a:picLocks noChangeAspect="1"/>
            </p:cNvPicPr>
            <p:nvPr/>
          </p:nvPicPr>
          <p:blipFill>
            <a:blip r:embed="rId3"/>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descr="Logo&#10;&#10;Description automatically generated">
              <a:extLst>
                <a:ext uri="{FF2B5EF4-FFF2-40B4-BE49-F238E27FC236}">
                  <a16:creationId xmlns:a16="http://schemas.microsoft.com/office/drawing/2014/main" id="{2A95E709-A035-2E10-F7DA-C511FE895B76}"/>
                </a:ext>
              </a:extLst>
            </p:cNvPr>
            <p:cNvPicPr>
              <a:picLocks noChangeAspect="1"/>
            </p:cNvPicPr>
            <p:nvPr/>
          </p:nvPicPr>
          <p:blipFill>
            <a:blip r:embed="rId4"/>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781558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64440-5C09-8D7E-139A-AA675999A550}"/>
              </a:ext>
            </a:extLst>
          </p:cNvPr>
          <p:cNvSpPr>
            <a:spLocks noGrp="1"/>
          </p:cNvSpPr>
          <p:nvPr>
            <p:ph type="title"/>
          </p:nvPr>
        </p:nvSpPr>
        <p:spPr>
          <a:xfrm>
            <a:off x="838200" y="641855"/>
            <a:ext cx="6273800" cy="772107"/>
          </a:xfrm>
        </p:spPr>
        <p:txBody>
          <a:bodyPr/>
          <a:lstStyle/>
          <a:p>
            <a:r>
              <a:rPr lang="en-US" dirty="0"/>
              <a:t>OSPF Configuration</a:t>
            </a:r>
          </a:p>
        </p:txBody>
      </p:sp>
      <p:sp>
        <p:nvSpPr>
          <p:cNvPr id="3" name="Content Placeholder 2">
            <a:extLst>
              <a:ext uri="{FF2B5EF4-FFF2-40B4-BE49-F238E27FC236}">
                <a16:creationId xmlns:a16="http://schemas.microsoft.com/office/drawing/2014/main" id="{09FABF31-16ED-DE13-A7B3-2075EAAD33CB}"/>
              </a:ext>
            </a:extLst>
          </p:cNvPr>
          <p:cNvSpPr>
            <a:spLocks noGrp="1"/>
          </p:cNvSpPr>
          <p:nvPr>
            <p:ph idx="1"/>
          </p:nvPr>
        </p:nvSpPr>
        <p:spPr/>
        <p:txBody>
          <a:bodyPr/>
          <a:lstStyle/>
          <a:p>
            <a:r>
              <a:rPr lang="en-GB" dirty="0"/>
              <a:t>The configuration process for OSPF occurs mostly under the OSPF process, but some OSPF options go directly on the interface configuration </a:t>
            </a:r>
            <a:r>
              <a:rPr lang="en-GB" dirty="0" err="1"/>
              <a:t>submode</a:t>
            </a:r>
            <a:r>
              <a:rPr lang="en-GB" dirty="0"/>
              <a:t>. </a:t>
            </a:r>
          </a:p>
          <a:p>
            <a:r>
              <a:rPr lang="en-GB" dirty="0"/>
              <a:t>The OSPF process ID is locally significant but is generally kept the same for operational consistency. </a:t>
            </a:r>
          </a:p>
          <a:p>
            <a:r>
              <a:rPr lang="en-GB" dirty="0"/>
              <a:t>OSPF is enabled on an interface using two methods:</a:t>
            </a:r>
          </a:p>
          <a:p>
            <a:pPr lvl="1"/>
            <a:r>
              <a:rPr lang="en-GB" dirty="0"/>
              <a:t>OSPF network statement</a:t>
            </a:r>
          </a:p>
          <a:p>
            <a:pPr lvl="1"/>
            <a:r>
              <a:rPr lang="en-GB" dirty="0"/>
              <a:t>Interface-specific configuration</a:t>
            </a:r>
          </a:p>
          <a:p>
            <a:endParaRPr lang="en-US" dirty="0"/>
          </a:p>
        </p:txBody>
      </p:sp>
      <p:sp>
        <p:nvSpPr>
          <p:cNvPr id="4" name="Slide Number Placeholder 3">
            <a:extLst>
              <a:ext uri="{FF2B5EF4-FFF2-40B4-BE49-F238E27FC236}">
                <a16:creationId xmlns:a16="http://schemas.microsoft.com/office/drawing/2014/main" id="{5200D9D5-E631-83CA-EFDA-9A7D4B9EBF10}"/>
              </a:ext>
            </a:extLst>
          </p:cNvPr>
          <p:cNvSpPr>
            <a:spLocks noGrp="1"/>
          </p:cNvSpPr>
          <p:nvPr>
            <p:ph type="sldNum" sz="quarter" idx="10"/>
          </p:nvPr>
        </p:nvSpPr>
        <p:spPr/>
        <p:txBody>
          <a:bodyPr/>
          <a:lstStyle/>
          <a:p>
            <a:r>
              <a:rPr lang="en-US"/>
              <a:t>PAGE </a:t>
            </a:r>
            <a:fld id="{4A9B5881-4007-4345-955A-79C2656F0C49}" type="slidenum">
              <a:rPr lang="en-US" smtClean="0"/>
              <a:pPr/>
              <a:t>22</a:t>
            </a:fld>
            <a:endParaRPr lang="en-US" dirty="0"/>
          </a:p>
        </p:txBody>
      </p:sp>
      <p:grpSp>
        <p:nvGrpSpPr>
          <p:cNvPr id="5" name="Group 4">
            <a:extLst>
              <a:ext uri="{FF2B5EF4-FFF2-40B4-BE49-F238E27FC236}">
                <a16:creationId xmlns:a16="http://schemas.microsoft.com/office/drawing/2014/main" id="{ED4D0EFB-5765-E0C1-1A29-41E2A2BB6ACD}"/>
              </a:ext>
            </a:extLst>
          </p:cNvPr>
          <p:cNvGrpSpPr/>
          <p:nvPr/>
        </p:nvGrpSpPr>
        <p:grpSpPr>
          <a:xfrm>
            <a:off x="11316372" y="4381629"/>
            <a:ext cx="821280" cy="1813283"/>
            <a:chOff x="11316372" y="4381629"/>
            <a:chExt cx="821280" cy="1813283"/>
          </a:xfrm>
        </p:grpSpPr>
        <p:pic>
          <p:nvPicPr>
            <p:cNvPr id="6" name="Picture 5">
              <a:extLst>
                <a:ext uri="{FF2B5EF4-FFF2-40B4-BE49-F238E27FC236}">
                  <a16:creationId xmlns:a16="http://schemas.microsoft.com/office/drawing/2014/main" id="{81BEE0D0-02E1-B4E2-6DBF-EE942CC35337}"/>
                </a:ext>
              </a:extLst>
            </p:cNvPr>
            <p:cNvPicPr>
              <a:picLocks noChangeAspect="1"/>
            </p:cNvPicPr>
            <p:nvPr/>
          </p:nvPicPr>
          <p:blipFill>
            <a:blip r:embed="rId2"/>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a:extLst>
                <a:ext uri="{FF2B5EF4-FFF2-40B4-BE49-F238E27FC236}">
                  <a16:creationId xmlns:a16="http://schemas.microsoft.com/office/drawing/2014/main" id="{47BA77BF-A133-13B3-C03C-031752EBA582}"/>
                </a:ext>
              </a:extLst>
            </p:cNvPr>
            <p:cNvPicPr>
              <a:picLocks noChangeAspect="1"/>
            </p:cNvPicPr>
            <p:nvPr/>
          </p:nvPicPr>
          <p:blipFill>
            <a:blip r:embed="rId3"/>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descr="Logo&#10;&#10;Description automatically generated">
              <a:extLst>
                <a:ext uri="{FF2B5EF4-FFF2-40B4-BE49-F238E27FC236}">
                  <a16:creationId xmlns:a16="http://schemas.microsoft.com/office/drawing/2014/main" id="{8572A3B0-E037-C89B-3337-BF79456E8524}"/>
                </a:ext>
              </a:extLst>
            </p:cNvPr>
            <p:cNvPicPr>
              <a:picLocks noChangeAspect="1"/>
            </p:cNvPicPr>
            <p:nvPr/>
          </p:nvPicPr>
          <p:blipFill>
            <a:blip r:embed="rId4"/>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1571065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68E3F-9AAF-8395-D981-ABAB3F3F0059}"/>
              </a:ext>
            </a:extLst>
          </p:cNvPr>
          <p:cNvSpPr>
            <a:spLocks noGrp="1"/>
          </p:cNvSpPr>
          <p:nvPr>
            <p:ph type="title"/>
          </p:nvPr>
        </p:nvSpPr>
        <p:spPr>
          <a:xfrm>
            <a:off x="838200" y="641855"/>
            <a:ext cx="6273800" cy="772107"/>
          </a:xfrm>
        </p:spPr>
        <p:txBody>
          <a:bodyPr/>
          <a:lstStyle/>
          <a:p>
            <a:r>
              <a:rPr lang="en-GB" dirty="0"/>
              <a:t>OSPF Configuration (Cont.)</a:t>
            </a:r>
            <a:endParaRPr lang="en-US" dirty="0"/>
          </a:p>
        </p:txBody>
      </p:sp>
      <p:sp>
        <p:nvSpPr>
          <p:cNvPr id="3" name="Content Placeholder 2">
            <a:extLst>
              <a:ext uri="{FF2B5EF4-FFF2-40B4-BE49-F238E27FC236}">
                <a16:creationId xmlns:a16="http://schemas.microsoft.com/office/drawing/2014/main" id="{840A42CA-A6FD-B898-5D90-7DEE4854B745}"/>
              </a:ext>
            </a:extLst>
          </p:cNvPr>
          <p:cNvSpPr>
            <a:spLocks noGrp="1"/>
          </p:cNvSpPr>
          <p:nvPr>
            <p:ph idx="1"/>
          </p:nvPr>
        </p:nvSpPr>
        <p:spPr/>
        <p:txBody>
          <a:bodyPr>
            <a:normAutofit lnSpcReduction="10000"/>
          </a:bodyPr>
          <a:lstStyle/>
          <a:p>
            <a:r>
              <a:rPr lang="en-GB" dirty="0"/>
              <a:t>Method:1</a:t>
            </a:r>
          </a:p>
          <a:p>
            <a:pPr lvl="1"/>
            <a:r>
              <a:rPr lang="en-GB" dirty="0"/>
              <a:t>Router(config)# router </a:t>
            </a:r>
            <a:r>
              <a:rPr lang="en-GB" dirty="0" err="1"/>
              <a:t>ospf</a:t>
            </a:r>
            <a:r>
              <a:rPr lang="en-GB" dirty="0"/>
              <a:t> PROCESS_ID</a:t>
            </a:r>
          </a:p>
          <a:p>
            <a:pPr lvl="1"/>
            <a:r>
              <a:rPr lang="en-GB" dirty="0"/>
              <a:t>Router(config-router)# network INTERFACE_IP WC_MASK area AREA_ID</a:t>
            </a:r>
          </a:p>
          <a:p>
            <a:pPr marL="457200" lvl="1" indent="0">
              <a:buNone/>
            </a:pPr>
            <a:endParaRPr lang="en-GB" dirty="0"/>
          </a:p>
          <a:p>
            <a:pPr marL="457200" lvl="1" indent="0">
              <a:buNone/>
            </a:pPr>
            <a:r>
              <a:rPr lang="en-GB" dirty="0"/>
              <a:t>Example:</a:t>
            </a:r>
          </a:p>
          <a:p>
            <a:pPr marL="457200" lvl="1" indent="0">
              <a:buNone/>
            </a:pPr>
            <a:r>
              <a:rPr lang="en-GB" dirty="0"/>
              <a:t>Router(config)# router </a:t>
            </a:r>
            <a:r>
              <a:rPr lang="en-GB" dirty="0" err="1"/>
              <a:t>ospf</a:t>
            </a:r>
            <a:r>
              <a:rPr lang="en-GB" dirty="0"/>
              <a:t> 1</a:t>
            </a:r>
          </a:p>
          <a:p>
            <a:pPr marL="457200" lvl="1" indent="0">
              <a:buNone/>
            </a:pPr>
            <a:r>
              <a:rPr lang="en-GB" dirty="0"/>
              <a:t>Router(config)# network 10.1.2.1 0.0.0.0 area 0</a:t>
            </a:r>
          </a:p>
          <a:p>
            <a:r>
              <a:rPr lang="en-GB" dirty="0"/>
              <a:t>Method 2:</a:t>
            </a:r>
          </a:p>
          <a:p>
            <a:pPr lvl="1"/>
            <a:r>
              <a:rPr lang="en-US" dirty="0"/>
              <a:t>Router(config)# interface INT_NAME</a:t>
            </a:r>
          </a:p>
          <a:p>
            <a:pPr lvl="1"/>
            <a:r>
              <a:rPr lang="en-US" dirty="0"/>
              <a:t>Router(config-if)# </a:t>
            </a:r>
            <a:r>
              <a:rPr lang="en-US" dirty="0" err="1"/>
              <a:t>ip</a:t>
            </a:r>
            <a:r>
              <a:rPr lang="en-US" dirty="0"/>
              <a:t> </a:t>
            </a:r>
            <a:r>
              <a:rPr lang="en-US" dirty="0" err="1"/>
              <a:t>ospf</a:t>
            </a:r>
            <a:r>
              <a:rPr lang="en-US" dirty="0"/>
              <a:t> PROCESS-ID area AREA_ID</a:t>
            </a:r>
          </a:p>
          <a:p>
            <a:pPr lvl="1"/>
            <a:endParaRPr lang="en-US" dirty="0"/>
          </a:p>
          <a:p>
            <a:pPr marL="457200" lvl="1" indent="0">
              <a:buNone/>
            </a:pPr>
            <a:r>
              <a:rPr lang="en-US" dirty="0"/>
              <a:t>Example:</a:t>
            </a:r>
          </a:p>
          <a:p>
            <a:pPr marL="457200" lvl="1" indent="0">
              <a:buNone/>
            </a:pPr>
            <a:r>
              <a:rPr lang="en-US" dirty="0"/>
              <a:t>Router(config)#interface se1/0</a:t>
            </a:r>
          </a:p>
          <a:p>
            <a:pPr marL="457200" lvl="1" indent="0">
              <a:buNone/>
            </a:pPr>
            <a:r>
              <a:rPr lang="en-US" dirty="0"/>
              <a:t>Router(config-if)# </a:t>
            </a:r>
            <a:r>
              <a:rPr lang="en-US" dirty="0" err="1"/>
              <a:t>ip</a:t>
            </a:r>
            <a:r>
              <a:rPr lang="en-US" dirty="0"/>
              <a:t> </a:t>
            </a:r>
            <a:r>
              <a:rPr lang="en-US" dirty="0" err="1"/>
              <a:t>ospf</a:t>
            </a:r>
            <a:r>
              <a:rPr lang="en-US" dirty="0"/>
              <a:t> 1 area 0</a:t>
            </a:r>
          </a:p>
          <a:p>
            <a:pPr marL="457200" lvl="1" indent="0">
              <a:buNone/>
            </a:pPr>
            <a:endParaRPr lang="en-US" dirty="0"/>
          </a:p>
          <a:p>
            <a:pPr lvl="1"/>
            <a:endParaRPr lang="en-US" dirty="0"/>
          </a:p>
        </p:txBody>
      </p:sp>
      <p:sp>
        <p:nvSpPr>
          <p:cNvPr id="4" name="Slide Number Placeholder 3">
            <a:extLst>
              <a:ext uri="{FF2B5EF4-FFF2-40B4-BE49-F238E27FC236}">
                <a16:creationId xmlns:a16="http://schemas.microsoft.com/office/drawing/2014/main" id="{EB5ABBFA-7C8D-E875-D5B9-393BBBC5FD4F}"/>
              </a:ext>
            </a:extLst>
          </p:cNvPr>
          <p:cNvSpPr>
            <a:spLocks noGrp="1"/>
          </p:cNvSpPr>
          <p:nvPr>
            <p:ph type="sldNum" sz="quarter" idx="10"/>
          </p:nvPr>
        </p:nvSpPr>
        <p:spPr/>
        <p:txBody>
          <a:bodyPr/>
          <a:lstStyle/>
          <a:p>
            <a:r>
              <a:rPr lang="en-US"/>
              <a:t>PAGE </a:t>
            </a:r>
            <a:fld id="{4A9B5881-4007-4345-955A-79C2656F0C49}" type="slidenum">
              <a:rPr lang="en-US" smtClean="0"/>
              <a:pPr/>
              <a:t>23</a:t>
            </a:fld>
            <a:endParaRPr lang="en-US" dirty="0"/>
          </a:p>
        </p:txBody>
      </p:sp>
      <p:grpSp>
        <p:nvGrpSpPr>
          <p:cNvPr id="5" name="Group 4">
            <a:extLst>
              <a:ext uri="{FF2B5EF4-FFF2-40B4-BE49-F238E27FC236}">
                <a16:creationId xmlns:a16="http://schemas.microsoft.com/office/drawing/2014/main" id="{9F87D490-E5B6-A0D0-A9B2-9F391AEAE5D4}"/>
              </a:ext>
            </a:extLst>
          </p:cNvPr>
          <p:cNvGrpSpPr/>
          <p:nvPr/>
        </p:nvGrpSpPr>
        <p:grpSpPr>
          <a:xfrm>
            <a:off x="11316372" y="4381629"/>
            <a:ext cx="821280" cy="1813283"/>
            <a:chOff x="11316372" y="4381629"/>
            <a:chExt cx="821280" cy="1813283"/>
          </a:xfrm>
        </p:grpSpPr>
        <p:pic>
          <p:nvPicPr>
            <p:cNvPr id="6" name="Picture 5">
              <a:extLst>
                <a:ext uri="{FF2B5EF4-FFF2-40B4-BE49-F238E27FC236}">
                  <a16:creationId xmlns:a16="http://schemas.microsoft.com/office/drawing/2014/main" id="{26D8BE58-F15B-E25E-35E3-41100D8BBBA3}"/>
                </a:ext>
              </a:extLst>
            </p:cNvPr>
            <p:cNvPicPr>
              <a:picLocks noChangeAspect="1"/>
            </p:cNvPicPr>
            <p:nvPr/>
          </p:nvPicPr>
          <p:blipFill>
            <a:blip r:embed="rId2"/>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a:extLst>
                <a:ext uri="{FF2B5EF4-FFF2-40B4-BE49-F238E27FC236}">
                  <a16:creationId xmlns:a16="http://schemas.microsoft.com/office/drawing/2014/main" id="{F6DD173F-92CA-886F-C7D8-811CF68DD15A}"/>
                </a:ext>
              </a:extLst>
            </p:cNvPr>
            <p:cNvPicPr>
              <a:picLocks noChangeAspect="1"/>
            </p:cNvPicPr>
            <p:nvPr/>
          </p:nvPicPr>
          <p:blipFill>
            <a:blip r:embed="rId3"/>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descr="Logo&#10;&#10;Description automatically generated">
              <a:extLst>
                <a:ext uri="{FF2B5EF4-FFF2-40B4-BE49-F238E27FC236}">
                  <a16:creationId xmlns:a16="http://schemas.microsoft.com/office/drawing/2014/main" id="{E693B585-A11C-84DD-4FFE-9A567F1B263E}"/>
                </a:ext>
              </a:extLst>
            </p:cNvPr>
            <p:cNvPicPr>
              <a:picLocks noChangeAspect="1"/>
            </p:cNvPicPr>
            <p:nvPr/>
          </p:nvPicPr>
          <p:blipFill>
            <a:blip r:embed="rId4"/>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24983500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B8207-7F53-F40B-0BA0-B75CF915B4A9}"/>
              </a:ext>
            </a:extLst>
          </p:cNvPr>
          <p:cNvSpPr>
            <a:spLocks noGrp="1"/>
          </p:cNvSpPr>
          <p:nvPr>
            <p:ph type="title"/>
          </p:nvPr>
        </p:nvSpPr>
        <p:spPr>
          <a:xfrm>
            <a:off x="838200" y="641855"/>
            <a:ext cx="6273800" cy="772107"/>
          </a:xfrm>
        </p:spPr>
        <p:txBody>
          <a:bodyPr/>
          <a:lstStyle/>
          <a:p>
            <a:r>
              <a:rPr lang="en-GB" dirty="0"/>
              <a:t>OSPF Verification</a:t>
            </a:r>
            <a:endParaRPr lang="en-US" dirty="0"/>
          </a:p>
        </p:txBody>
      </p:sp>
      <p:sp>
        <p:nvSpPr>
          <p:cNvPr id="4" name="Slide Number Placeholder 3">
            <a:extLst>
              <a:ext uri="{FF2B5EF4-FFF2-40B4-BE49-F238E27FC236}">
                <a16:creationId xmlns:a16="http://schemas.microsoft.com/office/drawing/2014/main" id="{2EF477D8-DDE5-E716-9F27-ACCD04517F8A}"/>
              </a:ext>
            </a:extLst>
          </p:cNvPr>
          <p:cNvSpPr>
            <a:spLocks noGrp="1"/>
          </p:cNvSpPr>
          <p:nvPr>
            <p:ph type="sldNum" sz="quarter" idx="10"/>
          </p:nvPr>
        </p:nvSpPr>
        <p:spPr/>
        <p:txBody>
          <a:bodyPr/>
          <a:lstStyle/>
          <a:p>
            <a:r>
              <a:rPr lang="en-US"/>
              <a:t>PAGE </a:t>
            </a:r>
            <a:fld id="{4A9B5881-4007-4345-955A-79C2656F0C49}" type="slidenum">
              <a:rPr lang="en-US" smtClean="0"/>
              <a:pPr/>
              <a:t>24</a:t>
            </a:fld>
            <a:endParaRPr lang="en-US" dirty="0"/>
          </a:p>
        </p:txBody>
      </p:sp>
      <p:sp>
        <p:nvSpPr>
          <p:cNvPr id="7" name="Content Placeholder 6">
            <a:extLst>
              <a:ext uri="{FF2B5EF4-FFF2-40B4-BE49-F238E27FC236}">
                <a16:creationId xmlns:a16="http://schemas.microsoft.com/office/drawing/2014/main" id="{65AB95A3-9656-2C63-21C3-53BF271E83E9}"/>
              </a:ext>
            </a:extLst>
          </p:cNvPr>
          <p:cNvSpPr>
            <a:spLocks noGrp="1"/>
          </p:cNvSpPr>
          <p:nvPr>
            <p:ph idx="1"/>
          </p:nvPr>
        </p:nvSpPr>
        <p:spPr/>
        <p:txBody>
          <a:bodyPr/>
          <a:lstStyle/>
          <a:p>
            <a:r>
              <a:rPr lang="en-US" dirty="0"/>
              <a:t>Show </a:t>
            </a:r>
            <a:r>
              <a:rPr lang="en-US" dirty="0" err="1"/>
              <a:t>ip</a:t>
            </a:r>
            <a:r>
              <a:rPr lang="en-US" dirty="0"/>
              <a:t> protocols</a:t>
            </a:r>
          </a:p>
          <a:p>
            <a:r>
              <a:rPr lang="en-US" dirty="0"/>
              <a:t>show </a:t>
            </a:r>
            <a:r>
              <a:rPr lang="en-US" dirty="0" err="1"/>
              <a:t>ip</a:t>
            </a:r>
            <a:r>
              <a:rPr lang="en-US" dirty="0"/>
              <a:t> </a:t>
            </a:r>
            <a:r>
              <a:rPr lang="en-US" dirty="0" err="1"/>
              <a:t>ospf</a:t>
            </a:r>
            <a:r>
              <a:rPr lang="en-US" dirty="0"/>
              <a:t> interface </a:t>
            </a:r>
          </a:p>
          <a:p>
            <a:r>
              <a:rPr lang="en-US" dirty="0"/>
              <a:t>show </a:t>
            </a:r>
            <a:r>
              <a:rPr lang="en-US" dirty="0" err="1"/>
              <a:t>ip</a:t>
            </a:r>
            <a:r>
              <a:rPr lang="en-US" dirty="0"/>
              <a:t> </a:t>
            </a:r>
            <a:r>
              <a:rPr lang="en-US" dirty="0" err="1"/>
              <a:t>ospf</a:t>
            </a:r>
            <a:r>
              <a:rPr lang="en-US" dirty="0"/>
              <a:t> interface brief</a:t>
            </a:r>
          </a:p>
          <a:p>
            <a:r>
              <a:rPr lang="en-US" dirty="0"/>
              <a:t>Show </a:t>
            </a:r>
            <a:r>
              <a:rPr lang="en-US" dirty="0" err="1"/>
              <a:t>ip</a:t>
            </a:r>
            <a:r>
              <a:rPr lang="en-US" dirty="0"/>
              <a:t> </a:t>
            </a:r>
            <a:r>
              <a:rPr lang="en-US" dirty="0" err="1"/>
              <a:t>ospf</a:t>
            </a:r>
            <a:r>
              <a:rPr lang="en-US" dirty="0"/>
              <a:t> database</a:t>
            </a:r>
          </a:p>
          <a:p>
            <a:r>
              <a:rPr lang="en-US" dirty="0"/>
              <a:t>show </a:t>
            </a:r>
            <a:r>
              <a:rPr lang="en-US" dirty="0" err="1"/>
              <a:t>ip</a:t>
            </a:r>
            <a:r>
              <a:rPr lang="en-US" dirty="0"/>
              <a:t> </a:t>
            </a:r>
            <a:r>
              <a:rPr lang="en-US" dirty="0" err="1"/>
              <a:t>ospf</a:t>
            </a:r>
            <a:r>
              <a:rPr lang="en-US" dirty="0"/>
              <a:t> neighbor </a:t>
            </a:r>
          </a:p>
          <a:p>
            <a:r>
              <a:rPr lang="en-US" dirty="0"/>
              <a:t>show </a:t>
            </a:r>
            <a:r>
              <a:rPr lang="en-US" dirty="0" err="1"/>
              <a:t>ip</a:t>
            </a:r>
            <a:r>
              <a:rPr lang="en-US" dirty="0"/>
              <a:t> route </a:t>
            </a:r>
            <a:r>
              <a:rPr lang="en-US" dirty="0" err="1"/>
              <a:t>ospf</a:t>
            </a:r>
            <a:endParaRPr lang="en-US" dirty="0"/>
          </a:p>
        </p:txBody>
      </p:sp>
      <p:grpSp>
        <p:nvGrpSpPr>
          <p:cNvPr id="8" name="Group 7">
            <a:extLst>
              <a:ext uri="{FF2B5EF4-FFF2-40B4-BE49-F238E27FC236}">
                <a16:creationId xmlns:a16="http://schemas.microsoft.com/office/drawing/2014/main" id="{0CF8CF8F-6BC3-9698-C38D-ADC3EAA3A58E}"/>
              </a:ext>
            </a:extLst>
          </p:cNvPr>
          <p:cNvGrpSpPr/>
          <p:nvPr/>
        </p:nvGrpSpPr>
        <p:grpSpPr>
          <a:xfrm>
            <a:off x="11316372" y="4381629"/>
            <a:ext cx="821280" cy="1813283"/>
            <a:chOff x="11316372" y="4381629"/>
            <a:chExt cx="821280" cy="1813283"/>
          </a:xfrm>
        </p:grpSpPr>
        <p:pic>
          <p:nvPicPr>
            <p:cNvPr id="9" name="Picture 8">
              <a:extLst>
                <a:ext uri="{FF2B5EF4-FFF2-40B4-BE49-F238E27FC236}">
                  <a16:creationId xmlns:a16="http://schemas.microsoft.com/office/drawing/2014/main" id="{C96CD2DC-0386-1920-F806-6D0C5C1365E6}"/>
                </a:ext>
              </a:extLst>
            </p:cNvPr>
            <p:cNvPicPr>
              <a:picLocks noChangeAspect="1"/>
            </p:cNvPicPr>
            <p:nvPr/>
          </p:nvPicPr>
          <p:blipFill>
            <a:blip r:embed="rId2"/>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Picture 9">
              <a:extLst>
                <a:ext uri="{FF2B5EF4-FFF2-40B4-BE49-F238E27FC236}">
                  <a16:creationId xmlns:a16="http://schemas.microsoft.com/office/drawing/2014/main" id="{4EE515C3-4CEB-B843-09E4-6413A436B114}"/>
                </a:ext>
              </a:extLst>
            </p:cNvPr>
            <p:cNvPicPr>
              <a:picLocks noChangeAspect="1"/>
            </p:cNvPicPr>
            <p:nvPr/>
          </p:nvPicPr>
          <p:blipFill>
            <a:blip r:embed="rId3"/>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Picture 10" descr="Logo&#10;&#10;Description automatically generated">
              <a:extLst>
                <a:ext uri="{FF2B5EF4-FFF2-40B4-BE49-F238E27FC236}">
                  <a16:creationId xmlns:a16="http://schemas.microsoft.com/office/drawing/2014/main" id="{980FD902-545F-765E-C1F5-4210B72D97BB}"/>
                </a:ext>
              </a:extLst>
            </p:cNvPr>
            <p:cNvPicPr>
              <a:picLocks noChangeAspect="1"/>
            </p:cNvPicPr>
            <p:nvPr/>
          </p:nvPicPr>
          <p:blipFill>
            <a:blip r:embed="rId4"/>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1951541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EDDC9-CCC1-624D-8C6C-13D4F8E327A9}"/>
              </a:ext>
            </a:extLst>
          </p:cNvPr>
          <p:cNvSpPr>
            <a:spLocks noGrp="1"/>
          </p:cNvSpPr>
          <p:nvPr>
            <p:ph type="title"/>
          </p:nvPr>
        </p:nvSpPr>
        <p:spPr>
          <a:xfrm>
            <a:off x="838200" y="641855"/>
            <a:ext cx="6273800" cy="772107"/>
          </a:xfrm>
        </p:spPr>
        <p:txBody>
          <a:bodyPr/>
          <a:lstStyle/>
          <a:p>
            <a:r>
              <a:rPr lang="en-US" b="1" dirty="0"/>
              <a:t>OSPF Neighborship</a:t>
            </a:r>
          </a:p>
        </p:txBody>
      </p:sp>
      <p:sp>
        <p:nvSpPr>
          <p:cNvPr id="3" name="Content Placeholder 2">
            <a:extLst>
              <a:ext uri="{FF2B5EF4-FFF2-40B4-BE49-F238E27FC236}">
                <a16:creationId xmlns:a16="http://schemas.microsoft.com/office/drawing/2014/main" id="{3814E7D6-7FAC-3E8B-078F-76DA53248686}"/>
              </a:ext>
            </a:extLst>
          </p:cNvPr>
          <p:cNvSpPr>
            <a:spLocks noGrp="1"/>
          </p:cNvSpPr>
          <p:nvPr>
            <p:ph idx="1"/>
          </p:nvPr>
        </p:nvSpPr>
        <p:spPr/>
        <p:txBody>
          <a:bodyPr/>
          <a:lstStyle/>
          <a:p>
            <a:r>
              <a:rPr lang="en-GB" dirty="0"/>
              <a:t>An OSPF </a:t>
            </a:r>
            <a:r>
              <a:rPr lang="en-GB" dirty="0" err="1"/>
              <a:t>neighbor</a:t>
            </a:r>
            <a:r>
              <a:rPr lang="en-GB" dirty="0"/>
              <a:t> is a router that shares a common OSPF-enabled network link. </a:t>
            </a:r>
          </a:p>
          <a:p>
            <a:r>
              <a:rPr lang="en-GB" dirty="0"/>
              <a:t>OSPF routers discover other </a:t>
            </a:r>
            <a:r>
              <a:rPr lang="en-GB" dirty="0" err="1"/>
              <a:t>neighbors</a:t>
            </a:r>
            <a:r>
              <a:rPr lang="en-GB" dirty="0"/>
              <a:t> through the OSPF hello packets. </a:t>
            </a:r>
          </a:p>
          <a:p>
            <a:r>
              <a:rPr lang="en-GB" dirty="0"/>
              <a:t>An adjacent OSPF </a:t>
            </a:r>
            <a:r>
              <a:rPr lang="en-GB" dirty="0" err="1"/>
              <a:t>neighbor</a:t>
            </a:r>
            <a:r>
              <a:rPr lang="en-GB" dirty="0"/>
              <a:t> is an OSPF </a:t>
            </a:r>
            <a:r>
              <a:rPr lang="en-GB" dirty="0" err="1"/>
              <a:t>neighbor</a:t>
            </a:r>
            <a:r>
              <a:rPr lang="en-GB" dirty="0"/>
              <a:t> that shares a synchronized OSPF database.</a:t>
            </a:r>
          </a:p>
          <a:p>
            <a:r>
              <a:rPr lang="en-GB" dirty="0"/>
              <a:t>Each OSPF process maintains a table for adjacent OSPF  </a:t>
            </a:r>
            <a:r>
              <a:rPr lang="en-GB" dirty="0" err="1"/>
              <a:t>neighbors</a:t>
            </a:r>
            <a:r>
              <a:rPr lang="en-GB" dirty="0"/>
              <a:t> and the state of each router. </a:t>
            </a:r>
          </a:p>
          <a:p>
            <a:endParaRPr lang="en-US" dirty="0"/>
          </a:p>
        </p:txBody>
      </p:sp>
      <p:sp>
        <p:nvSpPr>
          <p:cNvPr id="4" name="Slide Number Placeholder 3">
            <a:extLst>
              <a:ext uri="{FF2B5EF4-FFF2-40B4-BE49-F238E27FC236}">
                <a16:creationId xmlns:a16="http://schemas.microsoft.com/office/drawing/2014/main" id="{ED2B852B-F759-FE1A-D8E1-28D2623EC7C7}"/>
              </a:ext>
            </a:extLst>
          </p:cNvPr>
          <p:cNvSpPr>
            <a:spLocks noGrp="1"/>
          </p:cNvSpPr>
          <p:nvPr>
            <p:ph type="sldNum" sz="quarter" idx="10"/>
          </p:nvPr>
        </p:nvSpPr>
        <p:spPr/>
        <p:txBody>
          <a:bodyPr/>
          <a:lstStyle/>
          <a:p>
            <a:r>
              <a:rPr lang="en-US"/>
              <a:t>PAGE </a:t>
            </a:r>
            <a:fld id="{4A9B5881-4007-4345-955A-79C2656F0C49}" type="slidenum">
              <a:rPr lang="en-US" smtClean="0"/>
              <a:pPr/>
              <a:t>25</a:t>
            </a:fld>
            <a:endParaRPr lang="en-US" dirty="0"/>
          </a:p>
        </p:txBody>
      </p:sp>
      <p:grpSp>
        <p:nvGrpSpPr>
          <p:cNvPr id="5" name="Group 4">
            <a:extLst>
              <a:ext uri="{FF2B5EF4-FFF2-40B4-BE49-F238E27FC236}">
                <a16:creationId xmlns:a16="http://schemas.microsoft.com/office/drawing/2014/main" id="{B661C84D-F5AC-4C39-97BC-4DAD6EF35FDE}"/>
              </a:ext>
            </a:extLst>
          </p:cNvPr>
          <p:cNvGrpSpPr/>
          <p:nvPr/>
        </p:nvGrpSpPr>
        <p:grpSpPr>
          <a:xfrm>
            <a:off x="11316372" y="4381629"/>
            <a:ext cx="821280" cy="1813283"/>
            <a:chOff x="11316372" y="4381629"/>
            <a:chExt cx="821280" cy="1813283"/>
          </a:xfrm>
        </p:grpSpPr>
        <p:pic>
          <p:nvPicPr>
            <p:cNvPr id="6" name="Picture 5">
              <a:extLst>
                <a:ext uri="{FF2B5EF4-FFF2-40B4-BE49-F238E27FC236}">
                  <a16:creationId xmlns:a16="http://schemas.microsoft.com/office/drawing/2014/main" id="{D555CA5B-A491-AD0A-4491-BAE6603E9002}"/>
                </a:ext>
              </a:extLst>
            </p:cNvPr>
            <p:cNvPicPr>
              <a:picLocks noChangeAspect="1"/>
            </p:cNvPicPr>
            <p:nvPr/>
          </p:nvPicPr>
          <p:blipFill>
            <a:blip r:embed="rId2"/>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a:extLst>
                <a:ext uri="{FF2B5EF4-FFF2-40B4-BE49-F238E27FC236}">
                  <a16:creationId xmlns:a16="http://schemas.microsoft.com/office/drawing/2014/main" id="{C4DE529A-AF66-4C8A-5FEE-F7DD353FC79A}"/>
                </a:ext>
              </a:extLst>
            </p:cNvPr>
            <p:cNvPicPr>
              <a:picLocks noChangeAspect="1"/>
            </p:cNvPicPr>
            <p:nvPr/>
          </p:nvPicPr>
          <p:blipFill>
            <a:blip r:embed="rId3"/>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descr="Logo&#10;&#10;Description automatically generated">
              <a:extLst>
                <a:ext uri="{FF2B5EF4-FFF2-40B4-BE49-F238E27FC236}">
                  <a16:creationId xmlns:a16="http://schemas.microsoft.com/office/drawing/2014/main" id="{99D09CF6-245D-DBE5-6C6A-4A1FA5E62168}"/>
                </a:ext>
              </a:extLst>
            </p:cNvPr>
            <p:cNvPicPr>
              <a:picLocks noChangeAspect="1"/>
            </p:cNvPicPr>
            <p:nvPr/>
          </p:nvPicPr>
          <p:blipFill>
            <a:blip r:embed="rId4"/>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pic>
        <p:nvPicPr>
          <p:cNvPr id="10" name="Picture 9">
            <a:extLst>
              <a:ext uri="{FF2B5EF4-FFF2-40B4-BE49-F238E27FC236}">
                <a16:creationId xmlns:a16="http://schemas.microsoft.com/office/drawing/2014/main" id="{8DF9CE3E-D0B9-4DE0-2BF0-131C5BBC08BA}"/>
              </a:ext>
            </a:extLst>
          </p:cNvPr>
          <p:cNvPicPr>
            <a:picLocks noChangeAspect="1"/>
          </p:cNvPicPr>
          <p:nvPr/>
        </p:nvPicPr>
        <p:blipFill>
          <a:blip r:embed="rId5">
            <a:duotone>
              <a:schemeClr val="accent2">
                <a:shade val="45000"/>
                <a:satMod val="135000"/>
              </a:schemeClr>
              <a:prstClr val="white"/>
            </a:duotone>
          </a:blip>
          <a:stretch>
            <a:fillRect/>
          </a:stretch>
        </p:blipFill>
        <p:spPr>
          <a:xfrm>
            <a:off x="3399178" y="3839372"/>
            <a:ext cx="4947533" cy="1084513"/>
          </a:xfrm>
          <a:prstGeom prst="rect">
            <a:avLst/>
          </a:prstGeom>
        </p:spPr>
      </p:pic>
    </p:spTree>
    <p:extLst>
      <p:ext uri="{BB962C8B-B14F-4D97-AF65-F5344CB8AC3E}">
        <p14:creationId xmlns:p14="http://schemas.microsoft.com/office/powerpoint/2010/main" val="1179336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C5DEF-14BB-CF7D-FF65-6DD71A7DCDAA}"/>
              </a:ext>
            </a:extLst>
          </p:cNvPr>
          <p:cNvSpPr>
            <a:spLocks noGrp="1"/>
          </p:cNvSpPr>
          <p:nvPr>
            <p:ph type="title"/>
          </p:nvPr>
        </p:nvSpPr>
        <p:spPr>
          <a:xfrm>
            <a:off x="838200" y="641855"/>
            <a:ext cx="6273800" cy="772107"/>
          </a:xfrm>
        </p:spPr>
        <p:txBody>
          <a:bodyPr/>
          <a:lstStyle/>
          <a:p>
            <a:r>
              <a:rPr lang="en-US" dirty="0"/>
              <a:t>Requirements for Adjacency</a:t>
            </a:r>
          </a:p>
        </p:txBody>
      </p:sp>
      <p:sp>
        <p:nvSpPr>
          <p:cNvPr id="3" name="Content Placeholder 2">
            <a:extLst>
              <a:ext uri="{FF2B5EF4-FFF2-40B4-BE49-F238E27FC236}">
                <a16:creationId xmlns:a16="http://schemas.microsoft.com/office/drawing/2014/main" id="{3B851EEA-D7D3-C524-66D4-4EB4D8BC7856}"/>
              </a:ext>
            </a:extLst>
          </p:cNvPr>
          <p:cNvSpPr>
            <a:spLocks noGrp="1"/>
          </p:cNvSpPr>
          <p:nvPr>
            <p:ph idx="1"/>
          </p:nvPr>
        </p:nvSpPr>
        <p:spPr/>
        <p:txBody>
          <a:bodyPr>
            <a:normAutofit/>
          </a:bodyPr>
          <a:lstStyle/>
          <a:p>
            <a:r>
              <a:rPr lang="en-GB" dirty="0"/>
              <a:t>The following list of requirements must be met for an OSPF neighborship to be formed:</a:t>
            </a:r>
          </a:p>
          <a:p>
            <a:pPr lvl="1"/>
            <a:r>
              <a:rPr lang="en-GB" dirty="0"/>
              <a:t>The RIDs must be unique between the two devices. To prevent errors, they should be unique for the entire OSPF routing domain.</a:t>
            </a:r>
          </a:p>
          <a:p>
            <a:pPr lvl="1"/>
            <a:r>
              <a:rPr lang="en-GB" dirty="0"/>
              <a:t>The interfaces must share a common subnet. OSPF uses the interface’s primary IP address when sending out OSPF hellos. The network mask (netmask) in the hello packet is used to extract the network ID of the hello packet.</a:t>
            </a:r>
          </a:p>
          <a:p>
            <a:pPr lvl="1"/>
            <a:r>
              <a:rPr lang="en-GB" dirty="0"/>
              <a:t>The interface maximum transmission unit (MTU) must match because the OSPF protocol does not support fragmentation.</a:t>
            </a:r>
          </a:p>
          <a:p>
            <a:pPr lvl="1"/>
            <a:r>
              <a:rPr lang="en-GB" dirty="0"/>
              <a:t>The area ID must match for that segment.</a:t>
            </a:r>
          </a:p>
          <a:p>
            <a:pPr lvl="1"/>
            <a:r>
              <a:rPr lang="en-GB" dirty="0"/>
              <a:t>The need for a DR must match for that segment.</a:t>
            </a:r>
          </a:p>
          <a:p>
            <a:pPr lvl="1"/>
            <a:r>
              <a:rPr lang="en-GB" dirty="0"/>
              <a:t>OSPF hello and dead timers must match for that segment.</a:t>
            </a:r>
          </a:p>
          <a:p>
            <a:pPr lvl="1"/>
            <a:r>
              <a:rPr lang="en-GB" dirty="0"/>
              <a:t>The authentication type and credentials (if any) must match for that segment.</a:t>
            </a:r>
          </a:p>
          <a:p>
            <a:pPr lvl="1"/>
            <a:r>
              <a:rPr lang="en-GB" dirty="0"/>
              <a:t>Area type flags must be identical for that segment (stub, NSSA, and so on).</a:t>
            </a:r>
          </a:p>
        </p:txBody>
      </p:sp>
      <p:sp>
        <p:nvSpPr>
          <p:cNvPr id="4" name="Slide Number Placeholder 3">
            <a:extLst>
              <a:ext uri="{FF2B5EF4-FFF2-40B4-BE49-F238E27FC236}">
                <a16:creationId xmlns:a16="http://schemas.microsoft.com/office/drawing/2014/main" id="{445F3164-A788-AE35-51A2-D426BE251F9D}"/>
              </a:ext>
            </a:extLst>
          </p:cNvPr>
          <p:cNvSpPr>
            <a:spLocks noGrp="1"/>
          </p:cNvSpPr>
          <p:nvPr>
            <p:ph type="sldNum" sz="quarter" idx="10"/>
          </p:nvPr>
        </p:nvSpPr>
        <p:spPr/>
        <p:txBody>
          <a:bodyPr/>
          <a:lstStyle/>
          <a:p>
            <a:r>
              <a:rPr lang="en-US"/>
              <a:t>PAGE </a:t>
            </a:r>
            <a:fld id="{4A9B5881-4007-4345-955A-79C2656F0C49}" type="slidenum">
              <a:rPr lang="en-US" smtClean="0"/>
              <a:pPr/>
              <a:t>26</a:t>
            </a:fld>
            <a:endParaRPr lang="en-US" dirty="0"/>
          </a:p>
        </p:txBody>
      </p:sp>
      <p:grpSp>
        <p:nvGrpSpPr>
          <p:cNvPr id="5" name="Group 4">
            <a:extLst>
              <a:ext uri="{FF2B5EF4-FFF2-40B4-BE49-F238E27FC236}">
                <a16:creationId xmlns:a16="http://schemas.microsoft.com/office/drawing/2014/main" id="{93B771D1-6CD5-B3A1-9761-C4F1C0DF7E86}"/>
              </a:ext>
            </a:extLst>
          </p:cNvPr>
          <p:cNvGrpSpPr/>
          <p:nvPr/>
        </p:nvGrpSpPr>
        <p:grpSpPr>
          <a:xfrm>
            <a:off x="11316372" y="4381629"/>
            <a:ext cx="821280" cy="1813283"/>
            <a:chOff x="11316372" y="4381629"/>
            <a:chExt cx="821280" cy="1813283"/>
          </a:xfrm>
        </p:grpSpPr>
        <p:pic>
          <p:nvPicPr>
            <p:cNvPr id="6" name="Picture 5">
              <a:extLst>
                <a:ext uri="{FF2B5EF4-FFF2-40B4-BE49-F238E27FC236}">
                  <a16:creationId xmlns:a16="http://schemas.microsoft.com/office/drawing/2014/main" id="{DC11C309-DC38-B772-073B-8AD4B7E2C5B6}"/>
                </a:ext>
              </a:extLst>
            </p:cNvPr>
            <p:cNvPicPr>
              <a:picLocks noChangeAspect="1"/>
            </p:cNvPicPr>
            <p:nvPr/>
          </p:nvPicPr>
          <p:blipFill>
            <a:blip r:embed="rId2"/>
            <a:stretch>
              <a:fillRect/>
            </a:stretch>
          </p:blipFill>
          <p:spPr>
            <a:xfrm>
              <a:off x="11349526" y="5816963"/>
              <a:ext cx="788126" cy="377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a:extLst>
                <a:ext uri="{FF2B5EF4-FFF2-40B4-BE49-F238E27FC236}">
                  <a16:creationId xmlns:a16="http://schemas.microsoft.com/office/drawing/2014/main" id="{6DFFE2C4-E313-315A-301A-2EA8C707C527}"/>
                </a:ext>
              </a:extLst>
            </p:cNvPr>
            <p:cNvPicPr>
              <a:picLocks noChangeAspect="1"/>
            </p:cNvPicPr>
            <p:nvPr/>
          </p:nvPicPr>
          <p:blipFill>
            <a:blip r:embed="rId3"/>
            <a:stretch>
              <a:fillRect/>
            </a:stretch>
          </p:blipFill>
          <p:spPr>
            <a:xfrm>
              <a:off x="11316372" y="4381629"/>
              <a:ext cx="788126" cy="5918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descr="Logo&#10;&#10;Description automatically generated">
              <a:extLst>
                <a:ext uri="{FF2B5EF4-FFF2-40B4-BE49-F238E27FC236}">
                  <a16:creationId xmlns:a16="http://schemas.microsoft.com/office/drawing/2014/main" id="{96D5529B-3A2A-15D7-1907-7C7563AFFBB2}"/>
                </a:ext>
              </a:extLst>
            </p:cNvPr>
            <p:cNvPicPr>
              <a:picLocks noChangeAspect="1"/>
            </p:cNvPicPr>
            <p:nvPr/>
          </p:nvPicPr>
          <p:blipFill>
            <a:blip r:embed="rId4"/>
            <a:stretch>
              <a:fillRect/>
            </a:stretch>
          </p:blipFill>
          <p:spPr>
            <a:xfrm>
              <a:off x="11349526" y="5215203"/>
              <a:ext cx="788126" cy="36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38541019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85510-87A2-C9B9-0699-CD54A39377C1}"/>
              </a:ext>
            </a:extLst>
          </p:cNvPr>
          <p:cNvSpPr>
            <a:spLocks noGrp="1"/>
          </p:cNvSpPr>
          <p:nvPr>
            <p:ph type="title"/>
          </p:nvPr>
        </p:nvSpPr>
        <p:spPr>
          <a:xfrm>
            <a:off x="838200" y="641855"/>
            <a:ext cx="6273800" cy="772107"/>
          </a:xfrm>
        </p:spPr>
        <p:txBody>
          <a:bodyPr/>
          <a:lstStyle/>
          <a:p>
            <a:r>
              <a:rPr lang="en-GB" dirty="0"/>
              <a:t>OSPF LSA TYPE</a:t>
            </a:r>
            <a:endParaRPr lang="en-US" dirty="0"/>
          </a:p>
        </p:txBody>
      </p:sp>
      <p:graphicFrame>
        <p:nvGraphicFramePr>
          <p:cNvPr id="5" name="Table 5">
            <a:extLst>
              <a:ext uri="{FF2B5EF4-FFF2-40B4-BE49-F238E27FC236}">
                <a16:creationId xmlns:a16="http://schemas.microsoft.com/office/drawing/2014/main" id="{A6E350B0-5076-DF57-D843-C1F26813B9EF}"/>
              </a:ext>
            </a:extLst>
          </p:cNvPr>
          <p:cNvGraphicFramePr>
            <a:graphicFrameLocks noGrp="1"/>
          </p:cNvGraphicFramePr>
          <p:nvPr>
            <p:ph idx="1"/>
            <p:extLst>
              <p:ext uri="{D42A27DB-BD31-4B8C-83A1-F6EECF244321}">
                <p14:modId xmlns:p14="http://schemas.microsoft.com/office/powerpoint/2010/main" val="4274118095"/>
              </p:ext>
            </p:extLst>
          </p:nvPr>
        </p:nvGraphicFramePr>
        <p:xfrm>
          <a:off x="1881996" y="1911889"/>
          <a:ext cx="8271294" cy="3841930"/>
        </p:xfrm>
        <a:graphic>
          <a:graphicData uri="http://schemas.openxmlformats.org/drawingml/2006/table">
            <a:tbl>
              <a:tblPr firstRow="1" bandRow="1">
                <a:tableStyleId>{5DA37D80-6434-44D0-A028-1B22A696006F}</a:tableStyleId>
              </a:tblPr>
              <a:tblGrid>
                <a:gridCol w="2991928">
                  <a:extLst>
                    <a:ext uri="{9D8B030D-6E8A-4147-A177-3AD203B41FA5}">
                      <a16:colId xmlns:a16="http://schemas.microsoft.com/office/drawing/2014/main" val="2031050581"/>
                    </a:ext>
                  </a:extLst>
                </a:gridCol>
                <a:gridCol w="5279366">
                  <a:extLst>
                    <a:ext uri="{9D8B030D-6E8A-4147-A177-3AD203B41FA5}">
                      <a16:colId xmlns:a16="http://schemas.microsoft.com/office/drawing/2014/main" val="986394704"/>
                    </a:ext>
                  </a:extLst>
                </a:gridCol>
              </a:tblGrid>
              <a:tr h="384193">
                <a:tc>
                  <a:txBody>
                    <a:bodyPr/>
                    <a:lstStyle/>
                    <a:p>
                      <a:r>
                        <a:rPr lang="en-GB" dirty="0">
                          <a:solidFill>
                            <a:schemeClr val="bg1"/>
                          </a:solidFill>
                        </a:rPr>
                        <a:t>LSA TYPE</a:t>
                      </a:r>
                      <a:endParaRPr lang="en-US" dirty="0">
                        <a:solidFill>
                          <a:schemeClr val="bg1"/>
                        </a:solidFill>
                      </a:endParaRPr>
                    </a:p>
                  </a:txBody>
                  <a:tcPr/>
                </a:tc>
                <a:tc>
                  <a:txBody>
                    <a:bodyPr/>
                    <a:lstStyle/>
                    <a:p>
                      <a:r>
                        <a:rPr lang="en-GB" dirty="0">
                          <a:solidFill>
                            <a:schemeClr val="bg1"/>
                          </a:solidFill>
                        </a:rPr>
                        <a:t>COMMON Name</a:t>
                      </a:r>
                      <a:endParaRPr lang="en-US" dirty="0">
                        <a:solidFill>
                          <a:schemeClr val="bg1"/>
                        </a:solidFill>
                      </a:endParaRPr>
                    </a:p>
                  </a:txBody>
                  <a:tcPr/>
                </a:tc>
                <a:extLst>
                  <a:ext uri="{0D108BD9-81ED-4DB2-BD59-A6C34878D82A}">
                    <a16:rowId xmlns:a16="http://schemas.microsoft.com/office/drawing/2014/main" val="1233310211"/>
                  </a:ext>
                </a:extLst>
              </a:tr>
              <a:tr h="384193">
                <a:tc>
                  <a:txBody>
                    <a:bodyPr/>
                    <a:lstStyle/>
                    <a:p>
                      <a:r>
                        <a:rPr lang="en-GB" dirty="0">
                          <a:solidFill>
                            <a:schemeClr val="bg1"/>
                          </a:solidFill>
                        </a:rPr>
                        <a:t>1</a:t>
                      </a:r>
                      <a:endParaRPr lang="en-US" dirty="0">
                        <a:solidFill>
                          <a:schemeClr val="bg1"/>
                        </a:solidFill>
                      </a:endParaRPr>
                    </a:p>
                  </a:txBody>
                  <a:tcPr/>
                </a:tc>
                <a:tc>
                  <a:txBody>
                    <a:bodyPr/>
                    <a:lstStyle/>
                    <a:p>
                      <a:r>
                        <a:rPr lang="en-GB" dirty="0">
                          <a:solidFill>
                            <a:schemeClr val="bg1"/>
                          </a:solidFill>
                        </a:rPr>
                        <a:t>Router</a:t>
                      </a:r>
                      <a:endParaRPr lang="en-US" dirty="0">
                        <a:solidFill>
                          <a:schemeClr val="bg1"/>
                        </a:solidFill>
                      </a:endParaRPr>
                    </a:p>
                  </a:txBody>
                  <a:tcPr/>
                </a:tc>
                <a:extLst>
                  <a:ext uri="{0D108BD9-81ED-4DB2-BD59-A6C34878D82A}">
                    <a16:rowId xmlns:a16="http://schemas.microsoft.com/office/drawing/2014/main" val="3935340481"/>
                  </a:ext>
                </a:extLst>
              </a:tr>
              <a:tr h="384193">
                <a:tc>
                  <a:txBody>
                    <a:bodyPr/>
                    <a:lstStyle/>
                    <a:p>
                      <a:r>
                        <a:rPr lang="en-GB" dirty="0">
                          <a:solidFill>
                            <a:schemeClr val="bg1"/>
                          </a:solidFill>
                        </a:rPr>
                        <a:t>2</a:t>
                      </a:r>
                      <a:endParaRPr lang="en-US" dirty="0">
                        <a:solidFill>
                          <a:schemeClr val="bg1"/>
                        </a:solidFill>
                      </a:endParaRPr>
                    </a:p>
                  </a:txBody>
                  <a:tcPr/>
                </a:tc>
                <a:tc>
                  <a:txBody>
                    <a:bodyPr/>
                    <a:lstStyle/>
                    <a:p>
                      <a:r>
                        <a:rPr lang="en-GB" dirty="0">
                          <a:solidFill>
                            <a:schemeClr val="bg1"/>
                          </a:solidFill>
                        </a:rPr>
                        <a:t>Network</a:t>
                      </a:r>
                      <a:endParaRPr lang="en-US" dirty="0">
                        <a:solidFill>
                          <a:schemeClr val="bg1"/>
                        </a:solidFill>
                      </a:endParaRPr>
                    </a:p>
                  </a:txBody>
                  <a:tcPr/>
                </a:tc>
                <a:extLst>
                  <a:ext uri="{0D108BD9-81ED-4DB2-BD59-A6C34878D82A}">
                    <a16:rowId xmlns:a16="http://schemas.microsoft.com/office/drawing/2014/main" val="4023736621"/>
                  </a:ext>
                </a:extLst>
              </a:tr>
              <a:tr h="384193">
                <a:tc>
                  <a:txBody>
                    <a:bodyPr/>
                    <a:lstStyle/>
                    <a:p>
                      <a:r>
                        <a:rPr lang="en-GB" dirty="0">
                          <a:solidFill>
                            <a:schemeClr val="bg1"/>
                          </a:solidFill>
                        </a:rPr>
                        <a:t>3</a:t>
                      </a:r>
                      <a:endParaRPr lang="en-US" dirty="0">
                        <a:solidFill>
                          <a:schemeClr val="bg1"/>
                        </a:solidFill>
                      </a:endParaRPr>
                    </a:p>
                  </a:txBody>
                  <a:tcPr/>
                </a:tc>
                <a:tc>
                  <a:txBody>
                    <a:bodyPr/>
                    <a:lstStyle/>
                    <a:p>
                      <a:r>
                        <a:rPr lang="en-GB" dirty="0">
                          <a:solidFill>
                            <a:schemeClr val="bg1"/>
                          </a:solidFill>
                        </a:rPr>
                        <a:t>Net Summary</a:t>
                      </a:r>
                      <a:endParaRPr lang="en-US" dirty="0">
                        <a:solidFill>
                          <a:schemeClr val="bg1"/>
                        </a:solidFill>
                      </a:endParaRPr>
                    </a:p>
                  </a:txBody>
                  <a:tcPr/>
                </a:tc>
                <a:extLst>
                  <a:ext uri="{0D108BD9-81ED-4DB2-BD59-A6C34878D82A}">
                    <a16:rowId xmlns:a16="http://schemas.microsoft.com/office/drawing/2014/main" val="610088311"/>
                  </a:ext>
                </a:extLst>
              </a:tr>
              <a:tr h="384193">
                <a:tc>
                  <a:txBody>
                    <a:bodyPr/>
                    <a:lstStyle/>
                    <a:p>
                      <a:r>
                        <a:rPr lang="en-GB" dirty="0">
                          <a:solidFill>
                            <a:schemeClr val="bg1"/>
                          </a:solidFill>
                        </a:rPr>
                        <a:t>4</a:t>
                      </a:r>
                      <a:endParaRPr lang="en-US" dirty="0">
                        <a:solidFill>
                          <a:schemeClr val="bg1"/>
                        </a:solidFill>
                      </a:endParaRPr>
                    </a:p>
                  </a:txBody>
                  <a:tcPr/>
                </a:tc>
                <a:tc>
                  <a:txBody>
                    <a:bodyPr/>
                    <a:lstStyle/>
                    <a:p>
                      <a:r>
                        <a:rPr lang="en-GB" dirty="0">
                          <a:solidFill>
                            <a:schemeClr val="bg1"/>
                          </a:solidFill>
                        </a:rPr>
                        <a:t>ASBR Summary</a:t>
                      </a:r>
                      <a:endParaRPr lang="en-US" dirty="0">
                        <a:solidFill>
                          <a:schemeClr val="bg1"/>
                        </a:solidFill>
                      </a:endParaRPr>
                    </a:p>
                  </a:txBody>
                  <a:tcPr/>
                </a:tc>
                <a:extLst>
                  <a:ext uri="{0D108BD9-81ED-4DB2-BD59-A6C34878D82A}">
                    <a16:rowId xmlns:a16="http://schemas.microsoft.com/office/drawing/2014/main" val="3183531597"/>
                  </a:ext>
                </a:extLst>
              </a:tr>
              <a:tr h="384193">
                <a:tc>
                  <a:txBody>
                    <a:bodyPr/>
                    <a:lstStyle/>
                    <a:p>
                      <a:r>
                        <a:rPr lang="en-GB" dirty="0">
                          <a:solidFill>
                            <a:schemeClr val="bg1"/>
                          </a:solidFill>
                        </a:rPr>
                        <a:t>5</a:t>
                      </a:r>
                      <a:endParaRPr lang="en-US" dirty="0">
                        <a:solidFill>
                          <a:schemeClr val="bg1"/>
                        </a:solidFill>
                      </a:endParaRPr>
                    </a:p>
                  </a:txBody>
                  <a:tcPr/>
                </a:tc>
                <a:tc>
                  <a:txBody>
                    <a:bodyPr/>
                    <a:lstStyle/>
                    <a:p>
                      <a:r>
                        <a:rPr lang="en-GB" dirty="0">
                          <a:solidFill>
                            <a:schemeClr val="bg1"/>
                          </a:solidFill>
                        </a:rPr>
                        <a:t>AS External</a:t>
                      </a:r>
                      <a:endParaRPr lang="en-US" dirty="0">
                        <a:solidFill>
                          <a:schemeClr val="bg1"/>
                        </a:solidFill>
                      </a:endParaRPr>
                    </a:p>
                  </a:txBody>
                  <a:tcPr/>
                </a:tc>
                <a:extLst>
                  <a:ext uri="{0D108BD9-81ED-4DB2-BD59-A6C34878D82A}">
                    <a16:rowId xmlns:a16="http://schemas.microsoft.com/office/drawing/2014/main" val="3581627963"/>
                  </a:ext>
                </a:extLst>
              </a:tr>
              <a:tr h="384193">
                <a:tc>
                  <a:txBody>
                    <a:bodyPr/>
                    <a:lstStyle/>
                    <a:p>
                      <a:r>
                        <a:rPr lang="en-GB" dirty="0">
                          <a:solidFill>
                            <a:schemeClr val="bg1"/>
                          </a:solidFill>
                        </a:rPr>
                        <a:t>6</a:t>
                      </a:r>
                      <a:endParaRPr lang="en-US" dirty="0">
                        <a:solidFill>
                          <a:schemeClr val="bg1"/>
                        </a:solidFill>
                      </a:endParaRPr>
                    </a:p>
                  </a:txBody>
                  <a:tcPr/>
                </a:tc>
                <a:tc>
                  <a:txBody>
                    <a:bodyPr/>
                    <a:lstStyle/>
                    <a:p>
                      <a:r>
                        <a:rPr lang="en-GB" dirty="0">
                          <a:solidFill>
                            <a:schemeClr val="bg1"/>
                          </a:solidFill>
                        </a:rPr>
                        <a:t>Group Membership</a:t>
                      </a:r>
                      <a:endParaRPr lang="en-US" dirty="0">
                        <a:solidFill>
                          <a:schemeClr val="bg1"/>
                        </a:solidFill>
                      </a:endParaRPr>
                    </a:p>
                  </a:txBody>
                  <a:tcPr/>
                </a:tc>
                <a:extLst>
                  <a:ext uri="{0D108BD9-81ED-4DB2-BD59-A6C34878D82A}">
                    <a16:rowId xmlns:a16="http://schemas.microsoft.com/office/drawing/2014/main" val="531195222"/>
                  </a:ext>
                </a:extLst>
              </a:tr>
              <a:tr h="384193">
                <a:tc>
                  <a:txBody>
                    <a:bodyPr/>
                    <a:lstStyle/>
                    <a:p>
                      <a:r>
                        <a:rPr lang="en-GB" dirty="0">
                          <a:solidFill>
                            <a:schemeClr val="bg1"/>
                          </a:solidFill>
                        </a:rPr>
                        <a:t>7</a:t>
                      </a:r>
                      <a:endParaRPr lang="en-US" dirty="0">
                        <a:solidFill>
                          <a:schemeClr val="bg1"/>
                        </a:solidFill>
                      </a:endParaRPr>
                    </a:p>
                  </a:txBody>
                  <a:tcPr/>
                </a:tc>
                <a:tc>
                  <a:txBody>
                    <a:bodyPr/>
                    <a:lstStyle/>
                    <a:p>
                      <a:r>
                        <a:rPr lang="en-GB" dirty="0">
                          <a:solidFill>
                            <a:schemeClr val="bg1"/>
                          </a:solidFill>
                        </a:rPr>
                        <a:t>NSSA External</a:t>
                      </a:r>
                      <a:endParaRPr lang="en-US" dirty="0">
                        <a:solidFill>
                          <a:schemeClr val="bg1"/>
                        </a:solidFill>
                      </a:endParaRPr>
                    </a:p>
                  </a:txBody>
                  <a:tcPr/>
                </a:tc>
                <a:extLst>
                  <a:ext uri="{0D108BD9-81ED-4DB2-BD59-A6C34878D82A}">
                    <a16:rowId xmlns:a16="http://schemas.microsoft.com/office/drawing/2014/main" val="3824847604"/>
                  </a:ext>
                </a:extLst>
              </a:tr>
              <a:tr h="384193">
                <a:tc>
                  <a:txBody>
                    <a:bodyPr/>
                    <a:lstStyle/>
                    <a:p>
                      <a:r>
                        <a:rPr lang="en-GB" dirty="0">
                          <a:solidFill>
                            <a:schemeClr val="bg1"/>
                          </a:solidFill>
                        </a:rPr>
                        <a:t>8</a:t>
                      </a:r>
                      <a:endParaRPr lang="en-US" dirty="0">
                        <a:solidFill>
                          <a:schemeClr val="bg1"/>
                        </a:solidFill>
                      </a:endParaRPr>
                    </a:p>
                  </a:txBody>
                  <a:tcPr/>
                </a:tc>
                <a:tc>
                  <a:txBody>
                    <a:bodyPr/>
                    <a:lstStyle/>
                    <a:p>
                      <a:r>
                        <a:rPr lang="en-GB" dirty="0">
                          <a:solidFill>
                            <a:schemeClr val="bg1"/>
                          </a:solidFill>
                        </a:rPr>
                        <a:t>External Attributes</a:t>
                      </a:r>
                      <a:endParaRPr lang="en-US" dirty="0">
                        <a:solidFill>
                          <a:schemeClr val="bg1"/>
                        </a:solidFill>
                      </a:endParaRPr>
                    </a:p>
                  </a:txBody>
                  <a:tcPr/>
                </a:tc>
                <a:extLst>
                  <a:ext uri="{0D108BD9-81ED-4DB2-BD59-A6C34878D82A}">
                    <a16:rowId xmlns:a16="http://schemas.microsoft.com/office/drawing/2014/main" val="1940511390"/>
                  </a:ext>
                </a:extLst>
              </a:tr>
              <a:tr h="384193">
                <a:tc>
                  <a:txBody>
                    <a:bodyPr/>
                    <a:lstStyle/>
                    <a:p>
                      <a:r>
                        <a:rPr lang="en-GB" dirty="0">
                          <a:solidFill>
                            <a:schemeClr val="bg1"/>
                          </a:solidFill>
                        </a:rPr>
                        <a:t>9-11</a:t>
                      </a:r>
                      <a:endParaRPr lang="en-US" dirty="0">
                        <a:solidFill>
                          <a:schemeClr val="bg1"/>
                        </a:solidFill>
                      </a:endParaRPr>
                    </a:p>
                  </a:txBody>
                  <a:tcPr/>
                </a:tc>
                <a:tc>
                  <a:txBody>
                    <a:bodyPr/>
                    <a:lstStyle/>
                    <a:p>
                      <a:r>
                        <a:rPr lang="en-GB" dirty="0">
                          <a:solidFill>
                            <a:schemeClr val="bg1"/>
                          </a:solidFill>
                        </a:rPr>
                        <a:t>Opaque</a:t>
                      </a:r>
                      <a:endParaRPr lang="en-US" dirty="0">
                        <a:solidFill>
                          <a:schemeClr val="bg1"/>
                        </a:solidFill>
                      </a:endParaRPr>
                    </a:p>
                  </a:txBody>
                  <a:tcPr/>
                </a:tc>
                <a:extLst>
                  <a:ext uri="{0D108BD9-81ED-4DB2-BD59-A6C34878D82A}">
                    <a16:rowId xmlns:a16="http://schemas.microsoft.com/office/drawing/2014/main" val="795990988"/>
                  </a:ext>
                </a:extLst>
              </a:tr>
            </a:tbl>
          </a:graphicData>
        </a:graphic>
      </p:graphicFrame>
      <p:sp>
        <p:nvSpPr>
          <p:cNvPr id="4" name="Slide Number Placeholder 3">
            <a:extLst>
              <a:ext uri="{FF2B5EF4-FFF2-40B4-BE49-F238E27FC236}">
                <a16:creationId xmlns:a16="http://schemas.microsoft.com/office/drawing/2014/main" id="{F31DCCB8-E1D0-9772-1D1D-84FA3784D211}"/>
              </a:ext>
            </a:extLst>
          </p:cNvPr>
          <p:cNvSpPr>
            <a:spLocks noGrp="1"/>
          </p:cNvSpPr>
          <p:nvPr>
            <p:ph type="sldNum" sz="quarter" idx="10"/>
          </p:nvPr>
        </p:nvSpPr>
        <p:spPr/>
        <p:txBody>
          <a:bodyPr/>
          <a:lstStyle/>
          <a:p>
            <a:r>
              <a:rPr lang="en-US"/>
              <a:t>PAGE </a:t>
            </a:r>
            <a:fld id="{4A9B5881-4007-4345-955A-79C2656F0C49}" type="slidenum">
              <a:rPr lang="en-US" smtClean="0"/>
              <a:pPr/>
              <a:t>27</a:t>
            </a:fld>
            <a:endParaRPr lang="en-US" dirty="0"/>
          </a:p>
        </p:txBody>
      </p:sp>
      <p:pic>
        <p:nvPicPr>
          <p:cNvPr id="6" name="Picture 5">
            <a:extLst>
              <a:ext uri="{FF2B5EF4-FFF2-40B4-BE49-F238E27FC236}">
                <a16:creationId xmlns:a16="http://schemas.microsoft.com/office/drawing/2014/main" id="{05B46005-DC57-C506-8B1C-BE3662F50C1C}"/>
              </a:ext>
            </a:extLst>
          </p:cNvPr>
          <p:cNvPicPr>
            <a:picLocks noChangeAspect="1"/>
          </p:cNvPicPr>
          <p:nvPr/>
        </p:nvPicPr>
        <p:blipFill>
          <a:blip r:embed="rId2"/>
          <a:stretch>
            <a:fillRect/>
          </a:stretch>
        </p:blipFill>
        <p:spPr>
          <a:xfrm>
            <a:off x="11332389" y="4334532"/>
            <a:ext cx="859611" cy="2206943"/>
          </a:xfrm>
          <a:prstGeom prst="rect">
            <a:avLst/>
          </a:prstGeom>
        </p:spPr>
      </p:pic>
    </p:spTree>
    <p:extLst>
      <p:ext uri="{BB962C8B-B14F-4D97-AF65-F5344CB8AC3E}">
        <p14:creationId xmlns:p14="http://schemas.microsoft.com/office/powerpoint/2010/main" val="1662323766"/>
      </p:ext>
    </p:extLst>
  </p:cSld>
  <p:clrMapOvr>
    <a:masterClrMapping/>
  </p:clrMapOvr>
</p:sld>
</file>

<file path=ppt/theme/theme1.xml><?xml version="1.0" encoding="utf-8"?>
<a:theme xmlns:a="http://schemas.openxmlformats.org/drawingml/2006/main" name="Office Theme">
  <a:themeElements>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fontScheme name="MS Surge Teach Light and Dark">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4098415_win32_fixed" id="{1E7205E9-DD76-422B-B9FD-343E9C2C894B}" vid="{008E2BBC-A2E4-4140-B026-F6CAB78406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ppt/theme/themeOverride2.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FCFB5EA-1DDA-4423-A8FC-85579F36DE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C7B5194-E537-408E-9CFF-66A6141D5DE3}">
  <ds:schemaRefs>
    <ds:schemaRef ds:uri="http://purl.org/dc/dcmitype/"/>
    <ds:schemaRef ds:uri="http://schemas.openxmlformats.org/package/2006/metadata/core-properties"/>
    <ds:schemaRef ds:uri="http://schemas.microsoft.com/office/2006/documentManagement/types"/>
    <ds:schemaRef ds:uri="http://purl.org/dc/terms/"/>
    <ds:schemaRef ds:uri="16c05727-aa75-4e4a-9b5f-8a80a1165891"/>
    <ds:schemaRef ds:uri="http://purl.org/dc/elements/1.1/"/>
    <ds:schemaRef ds:uri="http://schemas.microsoft.com/office/infopath/2007/PartnerControls"/>
    <ds:schemaRef ds:uri="230e9df3-be65-4c73-a93b-d1236ebd677e"/>
    <ds:schemaRef ds:uri="71af3243-3dd4-4a8d-8c0d-dd76da1f02a5"/>
    <ds:schemaRef ds:uri="http://schemas.microsoft.com/sharepoint/v3"/>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FF9969FA-0C19-40F2-9B6F-EADA7B231A6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Classic corporate teach a course with animation</Template>
  <TotalTime>3566</TotalTime>
  <Words>1074</Words>
  <Application>Microsoft Office PowerPoint</Application>
  <PresentationFormat>Widescreen</PresentationFormat>
  <Paragraphs>175</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Wingdings</vt:lpstr>
      <vt:lpstr>Office Theme</vt:lpstr>
      <vt:lpstr>OSPF in Short</vt:lpstr>
      <vt:lpstr>OSPF Intro</vt:lpstr>
      <vt:lpstr>OSPF intro(Cont.)</vt:lpstr>
      <vt:lpstr>OSPF intro(Cont.)</vt:lpstr>
      <vt:lpstr>OSPF intro(Cont.)</vt:lpstr>
      <vt:lpstr>Concept of Area</vt:lpstr>
      <vt:lpstr>OSPF area design Rules </vt:lpstr>
      <vt:lpstr>Area Terminology </vt:lpstr>
      <vt:lpstr>SFP Tree</vt:lpstr>
      <vt:lpstr>Link-State Packets (LSPs)</vt:lpstr>
      <vt:lpstr>OSPF Process</vt:lpstr>
      <vt:lpstr>OSPF Process(Cont.)</vt:lpstr>
      <vt:lpstr>OSPF Hello Packet</vt:lpstr>
      <vt:lpstr>OSPF router ID</vt:lpstr>
      <vt:lpstr>OSPF Process(Cont.)</vt:lpstr>
      <vt:lpstr>OSPF Tables</vt:lpstr>
      <vt:lpstr>OSPF Process(Cont.)</vt:lpstr>
      <vt:lpstr>OSPF Convergence </vt:lpstr>
      <vt:lpstr>OSPF Hello Packets</vt:lpstr>
      <vt:lpstr>OSPF Path Calculation</vt:lpstr>
      <vt:lpstr>OSPF LoadBalancing Criteria</vt:lpstr>
      <vt:lpstr>OSPF Configuration</vt:lpstr>
      <vt:lpstr>OSPF Configuration (Cont.)</vt:lpstr>
      <vt:lpstr>OSPF Verification</vt:lpstr>
      <vt:lpstr>OSPF Neighborship</vt:lpstr>
      <vt:lpstr>Requirements for Adjacency</vt:lpstr>
      <vt:lpstr>OSPF LSA TYPE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EIGRP</dc:title>
  <dc:creator>Nazrul Islam</dc:creator>
  <cp:lastModifiedBy>User</cp:lastModifiedBy>
  <cp:revision>26</cp:revision>
  <dcterms:created xsi:type="dcterms:W3CDTF">2022-09-07T14:59:55Z</dcterms:created>
  <dcterms:modified xsi:type="dcterms:W3CDTF">2022-11-14T10:29:41Z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